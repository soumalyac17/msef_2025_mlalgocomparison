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3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9143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2" algn="l" defTabSz="9143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12" algn="l" defTabSz="9143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83" algn="l" defTabSz="9143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54" algn="l" defTabSz="9143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24" algn="l" defTabSz="9143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6BF8DF-855A-4F0D-9640-052D842AB403}">
          <p14:sldIdLst>
            <p14:sldId id="256"/>
          </p14:sldIdLst>
        </p14:section>
        <p14:section name="Untitled Section" id="{A5FEA5A9-D355-49E7-99BB-6E6B1AF026DC}">
          <p14:sldIdLst>
            <p14:sldId id="258"/>
            <p14:sldId id="257"/>
          </p14:sldIdLst>
        </p14:section>
        <p14:section name="Untitled Section" id="{E32E8594-DD93-4563-BC90-3B3186A47B62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2D621D-288E-4164-BDBD-6734EDCB48EF}" v="1920" dt="2025-03-04T04:43:44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15" d="100"/>
          <a:sy n="115" d="100"/>
        </p:scale>
        <p:origin x="432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yambhu chatterjee" userId="a06b19612059d7a9" providerId="LiveId" clId="{FF2D621D-288E-4164-BDBD-6734EDCB48EF}"/>
    <pc:docChg chg="undo redo custSel addSld delSld modSld sldOrd modMainMaster addSection modSection">
      <pc:chgData name="swayambhu chatterjee" userId="a06b19612059d7a9" providerId="LiveId" clId="{FF2D621D-288E-4164-BDBD-6734EDCB48EF}" dt="2025-03-04T04:43:46.797" v="3048" actId="14100"/>
      <pc:docMkLst>
        <pc:docMk/>
      </pc:docMkLst>
      <pc:sldChg chg="addSp delSp modSp mod">
        <pc:chgData name="swayambhu chatterjee" userId="a06b19612059d7a9" providerId="LiveId" clId="{FF2D621D-288E-4164-BDBD-6734EDCB48EF}" dt="2025-03-04T04:43:46.797" v="3048" actId="14100"/>
        <pc:sldMkLst>
          <pc:docMk/>
          <pc:sldMk cId="3242426919" sldId="256"/>
        </pc:sldMkLst>
        <pc:spChg chg="del">
          <ac:chgData name="swayambhu chatterjee" userId="a06b19612059d7a9" providerId="LiveId" clId="{FF2D621D-288E-4164-BDBD-6734EDCB48EF}" dt="2025-03-04T00:45:42.276" v="0" actId="478"/>
          <ac:spMkLst>
            <pc:docMk/>
            <pc:sldMk cId="3242426919" sldId="256"/>
            <ac:spMk id="2" creationId="{B6D200B2-9BDB-54B0-6895-B39CCD3E7BE2}"/>
          </ac:spMkLst>
        </pc:spChg>
        <pc:spChg chg="del">
          <ac:chgData name="swayambhu chatterjee" userId="a06b19612059d7a9" providerId="LiveId" clId="{FF2D621D-288E-4164-BDBD-6734EDCB48EF}" dt="2025-03-04T00:45:43.508" v="1" actId="478"/>
          <ac:spMkLst>
            <pc:docMk/>
            <pc:sldMk cId="3242426919" sldId="256"/>
            <ac:spMk id="3" creationId="{0CC9E26A-B69E-DBAF-61DB-029D53CC83C1}"/>
          </ac:spMkLst>
        </pc:spChg>
        <pc:spChg chg="add del">
          <ac:chgData name="swayambhu chatterjee" userId="a06b19612059d7a9" providerId="LiveId" clId="{FF2D621D-288E-4164-BDBD-6734EDCB48EF}" dt="2025-03-04T00:46:16.180" v="3" actId="478"/>
          <ac:spMkLst>
            <pc:docMk/>
            <pc:sldMk cId="3242426919" sldId="256"/>
            <ac:spMk id="5" creationId="{E261AE81-415D-9CF3-0BCC-3895EBC691FE}"/>
          </ac:spMkLst>
        </pc:spChg>
        <pc:spChg chg="add del">
          <ac:chgData name="swayambhu chatterjee" userId="a06b19612059d7a9" providerId="LiveId" clId="{FF2D621D-288E-4164-BDBD-6734EDCB48EF}" dt="2025-03-04T01:34:01.068" v="5" actId="22"/>
          <ac:spMkLst>
            <pc:docMk/>
            <pc:sldMk cId="3242426919" sldId="256"/>
            <ac:spMk id="7" creationId="{9DCEBBD3-92A5-DCB8-1084-BD13622B84E5}"/>
          </ac:spMkLst>
        </pc:spChg>
        <pc:picChg chg="add mod">
          <ac:chgData name="swayambhu chatterjee" userId="a06b19612059d7a9" providerId="LiveId" clId="{FF2D621D-288E-4164-BDBD-6734EDCB48EF}" dt="2025-03-04T04:43:46.797" v="3048" actId="14100"/>
          <ac:picMkLst>
            <pc:docMk/>
            <pc:sldMk cId="3242426919" sldId="256"/>
            <ac:picMk id="9" creationId="{E62632CB-1CD2-F80A-4395-EA5E93E169EC}"/>
          </ac:picMkLst>
        </pc:picChg>
      </pc:sldChg>
      <pc:sldChg chg="addSp delSp modSp new mod">
        <pc:chgData name="swayambhu chatterjee" userId="a06b19612059d7a9" providerId="LiveId" clId="{FF2D621D-288E-4164-BDBD-6734EDCB48EF}" dt="2025-03-04T03:09:29.210" v="2860"/>
        <pc:sldMkLst>
          <pc:docMk/>
          <pc:sldMk cId="880715551" sldId="257"/>
        </pc:sldMkLst>
        <pc:spChg chg="mod">
          <ac:chgData name="swayambhu chatterjee" userId="a06b19612059d7a9" providerId="LiveId" clId="{FF2D621D-288E-4164-BDBD-6734EDCB48EF}" dt="2025-03-04T02:01:08.601" v="742"/>
          <ac:spMkLst>
            <pc:docMk/>
            <pc:sldMk cId="880715551" sldId="257"/>
            <ac:spMk id="2" creationId="{155A1781-A8F8-D799-0628-57D7E5A4BECC}"/>
          </ac:spMkLst>
        </pc:spChg>
        <pc:spChg chg="add del mod">
          <ac:chgData name="swayambhu chatterjee" userId="a06b19612059d7a9" providerId="LiveId" clId="{FF2D621D-288E-4164-BDBD-6734EDCB48EF}" dt="2025-03-04T02:02:34.507" v="751" actId="14100"/>
          <ac:spMkLst>
            <pc:docMk/>
            <pc:sldMk cId="880715551" sldId="257"/>
            <ac:spMk id="3" creationId="{67A61E86-07CE-4A93-0D12-A87B28228447}"/>
          </ac:spMkLst>
        </pc:spChg>
        <pc:spChg chg="add del">
          <ac:chgData name="swayambhu chatterjee" userId="a06b19612059d7a9" providerId="LiveId" clId="{FF2D621D-288E-4164-BDBD-6734EDCB48EF}" dt="2025-03-04T01:39:39.985" v="31" actId="478"/>
          <ac:spMkLst>
            <pc:docMk/>
            <pc:sldMk cId="880715551" sldId="257"/>
            <ac:spMk id="4" creationId="{6719F2C1-156B-6F58-2D24-34F1712A65E2}"/>
          </ac:spMkLst>
        </pc:spChg>
        <pc:spChg chg="add del mod">
          <ac:chgData name="swayambhu chatterjee" userId="a06b19612059d7a9" providerId="LiveId" clId="{FF2D621D-288E-4164-BDBD-6734EDCB48EF}" dt="2025-03-04T02:02:38.638" v="752" actId="1035"/>
          <ac:spMkLst>
            <pc:docMk/>
            <pc:sldMk cId="880715551" sldId="257"/>
            <ac:spMk id="5" creationId="{BB96D7C7-996D-1CA5-6E73-BCAD527B5FD9}"/>
          </ac:spMkLst>
        </pc:spChg>
        <pc:spChg chg="add del mod">
          <ac:chgData name="swayambhu chatterjee" userId="a06b19612059d7a9" providerId="LiveId" clId="{FF2D621D-288E-4164-BDBD-6734EDCB48EF}" dt="2025-03-04T02:02:43.307" v="753" actId="1035"/>
          <ac:spMkLst>
            <pc:docMk/>
            <pc:sldMk cId="880715551" sldId="257"/>
            <ac:spMk id="6" creationId="{CBF3BBAC-8F39-B127-26E2-05FF4046D97B}"/>
          </ac:spMkLst>
        </pc:spChg>
        <pc:spChg chg="add del mod">
          <ac:chgData name="swayambhu chatterjee" userId="a06b19612059d7a9" providerId="LiveId" clId="{FF2D621D-288E-4164-BDBD-6734EDCB48EF}" dt="2025-03-04T02:02:19.660" v="748" actId="478"/>
          <ac:spMkLst>
            <pc:docMk/>
            <pc:sldMk cId="880715551" sldId="257"/>
            <ac:spMk id="9" creationId="{AAA0DFE7-8394-124B-415E-2CCF48C1713C}"/>
          </ac:spMkLst>
        </pc:spChg>
        <pc:graphicFrameChg chg="add del modGraphic">
          <ac:chgData name="swayambhu chatterjee" userId="a06b19612059d7a9" providerId="LiveId" clId="{FF2D621D-288E-4164-BDBD-6734EDCB48EF}" dt="2025-03-04T02:02:22.750" v="749" actId="1032"/>
          <ac:graphicFrameMkLst>
            <pc:docMk/>
            <pc:sldMk cId="880715551" sldId="257"/>
            <ac:graphicFrameMk id="7" creationId="{4285A8AA-143E-16FD-9BDC-5A4B229E2F48}"/>
          </ac:graphicFrameMkLst>
        </pc:graphicFrameChg>
        <pc:graphicFrameChg chg="add del mod modGraphic">
          <ac:chgData name="swayambhu chatterjee" userId="a06b19612059d7a9" providerId="LiveId" clId="{FF2D621D-288E-4164-BDBD-6734EDCB48EF}" dt="2025-03-04T02:18:38.198" v="1099" actId="1032"/>
          <ac:graphicFrameMkLst>
            <pc:docMk/>
            <pc:sldMk cId="880715551" sldId="257"/>
            <ac:graphicFrameMk id="10" creationId="{A59B77AC-25D9-9CBE-2E55-1E6A08912AEA}"/>
          </ac:graphicFrameMkLst>
        </pc:graphicFrameChg>
        <pc:graphicFrameChg chg="add del mod modGraphic">
          <ac:chgData name="swayambhu chatterjee" userId="a06b19612059d7a9" providerId="LiveId" clId="{FF2D621D-288E-4164-BDBD-6734EDCB48EF}" dt="2025-03-04T02:25:28.916" v="1170" actId="478"/>
          <ac:graphicFrameMkLst>
            <pc:docMk/>
            <pc:sldMk cId="880715551" sldId="257"/>
            <ac:graphicFrameMk id="11" creationId="{658F953F-841D-CAC2-F3B2-A8E756039D38}"/>
          </ac:graphicFrameMkLst>
        </pc:graphicFrameChg>
        <pc:graphicFrameChg chg="add del mod modGraphic">
          <ac:chgData name="swayambhu chatterjee" userId="a06b19612059d7a9" providerId="LiveId" clId="{FF2D621D-288E-4164-BDBD-6734EDCB48EF}" dt="2025-03-04T03:09:29.210" v="2860"/>
          <ac:graphicFrameMkLst>
            <pc:docMk/>
            <pc:sldMk cId="880715551" sldId="257"/>
            <ac:graphicFrameMk id="12" creationId="{105A3D57-B6F3-61E0-4BAC-53AD2E325B3C}"/>
          </ac:graphicFrameMkLst>
        </pc:graphicFrameChg>
      </pc:sldChg>
      <pc:sldChg chg="addSp delSp modSp new del mod">
        <pc:chgData name="swayambhu chatterjee" userId="a06b19612059d7a9" providerId="LiveId" clId="{FF2D621D-288E-4164-BDBD-6734EDCB48EF}" dt="2025-03-04T03:04:08.451" v="2729" actId="47"/>
        <pc:sldMkLst>
          <pc:docMk/>
          <pc:sldMk cId="1293864490" sldId="258"/>
        </pc:sldMkLst>
        <pc:spChg chg="mod">
          <ac:chgData name="swayambhu chatterjee" userId="a06b19612059d7a9" providerId="LiveId" clId="{FF2D621D-288E-4164-BDBD-6734EDCB48EF}" dt="2025-03-04T02:23:07.900" v="1117" actId="20577"/>
          <ac:spMkLst>
            <pc:docMk/>
            <pc:sldMk cId="1293864490" sldId="258"/>
            <ac:spMk id="2" creationId="{0F281D65-C27E-8CFE-5CCF-E3367B65D908}"/>
          </ac:spMkLst>
        </pc:spChg>
        <pc:spChg chg="del">
          <ac:chgData name="swayambhu chatterjee" userId="a06b19612059d7a9" providerId="LiveId" clId="{FF2D621D-288E-4164-BDBD-6734EDCB48EF}" dt="2025-03-04T02:22:09.024" v="1102" actId="1032"/>
          <ac:spMkLst>
            <pc:docMk/>
            <pc:sldMk cId="1293864490" sldId="258"/>
            <ac:spMk id="3" creationId="{90480CEE-97C9-B3E3-CCC3-1A1D8322DF8B}"/>
          </ac:spMkLst>
        </pc:spChg>
        <pc:spChg chg="add mod">
          <ac:chgData name="swayambhu chatterjee" userId="a06b19612059d7a9" providerId="LiveId" clId="{FF2D621D-288E-4164-BDBD-6734EDCB48EF}" dt="2025-03-04T02:25:01.855" v="1167" actId="255"/>
          <ac:spMkLst>
            <pc:docMk/>
            <pc:sldMk cId="1293864490" sldId="258"/>
            <ac:spMk id="6" creationId="{DE036A6B-6FB7-900B-5DB8-8E427AE46A70}"/>
          </ac:spMkLst>
        </pc:spChg>
        <pc:graphicFrameChg chg="add del mod modGraphic">
          <ac:chgData name="swayambhu chatterjee" userId="a06b19612059d7a9" providerId="LiveId" clId="{FF2D621D-288E-4164-BDBD-6734EDCB48EF}" dt="2025-03-04T02:24:36.611" v="1163" actId="478"/>
          <ac:graphicFrameMkLst>
            <pc:docMk/>
            <pc:sldMk cId="1293864490" sldId="258"/>
            <ac:graphicFrameMk id="4" creationId="{33E02BA5-071D-F577-9265-F39D0A67A269}"/>
          </ac:graphicFrameMkLst>
        </pc:graphicFrameChg>
      </pc:sldChg>
      <pc:sldChg chg="add del">
        <pc:chgData name="swayambhu chatterjee" userId="a06b19612059d7a9" providerId="LiveId" clId="{FF2D621D-288E-4164-BDBD-6734EDCB48EF}" dt="2025-03-04T02:03:31.109" v="755" actId="47"/>
        <pc:sldMkLst>
          <pc:docMk/>
          <pc:sldMk cId="2428190052" sldId="258"/>
        </pc:sldMkLst>
      </pc:sldChg>
      <pc:sldChg chg="addSp delSp modSp mod ord setBg">
        <pc:chgData name="swayambhu chatterjee" userId="a06b19612059d7a9" providerId="LiveId" clId="{FF2D621D-288E-4164-BDBD-6734EDCB48EF}" dt="2025-03-04T04:39:34.725" v="3038" actId="478"/>
        <pc:sldMkLst>
          <pc:docMk/>
          <pc:sldMk cId="3107986701" sldId="258"/>
        </pc:sldMkLst>
        <pc:spChg chg="mod">
          <ac:chgData name="swayambhu chatterjee" userId="a06b19612059d7a9" providerId="LiveId" clId="{FF2D621D-288E-4164-BDBD-6734EDCB48EF}" dt="2025-03-04T04:19:37.341" v="2999" actId="20577"/>
          <ac:spMkLst>
            <pc:docMk/>
            <pc:sldMk cId="3107986701" sldId="258"/>
            <ac:spMk id="2" creationId="{E037C613-3079-93A9-5A6D-39DDCE14C0B0}"/>
          </ac:spMkLst>
        </pc:spChg>
        <pc:spChg chg="del">
          <ac:chgData name="swayambhu chatterjee" userId="a06b19612059d7a9" providerId="LiveId" clId="{FF2D621D-288E-4164-BDBD-6734EDCB48EF}" dt="2025-03-04T03:04:46.811" v="2749" actId="478"/>
          <ac:spMkLst>
            <pc:docMk/>
            <pc:sldMk cId="3107986701" sldId="258"/>
            <ac:spMk id="3" creationId="{190A4222-32CA-13A7-C41C-7BD2125BA588}"/>
          </ac:spMkLst>
        </pc:spChg>
        <pc:spChg chg="del mod">
          <ac:chgData name="swayambhu chatterjee" userId="a06b19612059d7a9" providerId="LiveId" clId="{FF2D621D-288E-4164-BDBD-6734EDCB48EF}" dt="2025-03-04T03:04:43.011" v="2748" actId="478"/>
          <ac:spMkLst>
            <pc:docMk/>
            <pc:sldMk cId="3107986701" sldId="258"/>
            <ac:spMk id="5" creationId="{6091833E-D36E-2A0A-2A82-8CBFF6B5F18D}"/>
          </ac:spMkLst>
        </pc:spChg>
        <pc:spChg chg="del">
          <ac:chgData name="swayambhu chatterjee" userId="a06b19612059d7a9" providerId="LiveId" clId="{FF2D621D-288E-4164-BDBD-6734EDCB48EF}" dt="2025-03-04T03:04:48.838" v="2750" actId="478"/>
          <ac:spMkLst>
            <pc:docMk/>
            <pc:sldMk cId="3107986701" sldId="258"/>
            <ac:spMk id="6" creationId="{652264F4-B116-15E3-C1C3-91DF4D438752}"/>
          </ac:spMkLst>
        </pc:spChg>
        <pc:spChg chg="add del mod">
          <ac:chgData name="swayambhu chatterjee" userId="a06b19612059d7a9" providerId="LiveId" clId="{FF2D621D-288E-4164-BDBD-6734EDCB48EF}" dt="2025-03-04T03:05:01.301" v="2774" actId="478"/>
          <ac:spMkLst>
            <pc:docMk/>
            <pc:sldMk cId="3107986701" sldId="258"/>
            <ac:spMk id="7" creationId="{E6D7FD4E-BEDF-2CAD-AA3E-6D14E5A328FA}"/>
          </ac:spMkLst>
        </pc:spChg>
        <pc:spChg chg="add del mod topLvl">
          <ac:chgData name="swayambhu chatterjee" userId="a06b19612059d7a9" providerId="LiveId" clId="{FF2D621D-288E-4164-BDBD-6734EDCB48EF}" dt="2025-03-04T04:20:40.503" v="3018" actId="478"/>
          <ac:spMkLst>
            <pc:docMk/>
            <pc:sldMk cId="3107986701" sldId="258"/>
            <ac:spMk id="9" creationId="{23A38950-5C62-CCBB-42BA-1AAAD6CE2796}"/>
          </ac:spMkLst>
        </pc:spChg>
        <pc:spChg chg="add del mod topLvl">
          <ac:chgData name="swayambhu chatterjee" userId="a06b19612059d7a9" providerId="LiveId" clId="{FF2D621D-288E-4164-BDBD-6734EDCB48EF}" dt="2025-03-04T04:20:39.146" v="3017" actId="478"/>
          <ac:spMkLst>
            <pc:docMk/>
            <pc:sldMk cId="3107986701" sldId="258"/>
            <ac:spMk id="10" creationId="{72C3A63D-E1FF-9594-6154-A088E46BE103}"/>
          </ac:spMkLst>
        </pc:spChg>
        <pc:grpChg chg="add del mod">
          <ac:chgData name="swayambhu chatterjee" userId="a06b19612059d7a9" providerId="LiveId" clId="{FF2D621D-288E-4164-BDBD-6734EDCB48EF}" dt="2025-03-04T04:20:39.146" v="3017" actId="478"/>
          <ac:grpSpMkLst>
            <pc:docMk/>
            <pc:sldMk cId="3107986701" sldId="258"/>
            <ac:grpSpMk id="8" creationId="{AE9CF6CB-5C5B-45B7-CD4A-1CECBF818A59}"/>
          </ac:grpSpMkLst>
        </pc:grpChg>
        <pc:graphicFrameChg chg="add del mod">
          <ac:chgData name="swayambhu chatterjee" userId="a06b19612059d7a9" providerId="LiveId" clId="{FF2D621D-288E-4164-BDBD-6734EDCB48EF}" dt="2025-03-04T04:39:34.725" v="3038" actId="478"/>
          <ac:graphicFrameMkLst>
            <pc:docMk/>
            <pc:sldMk cId="3107986701" sldId="258"/>
            <ac:graphicFrameMk id="12" creationId="{7CED975E-AF90-E2B9-9448-45C3D6FB1EF9}"/>
          </ac:graphicFrameMkLst>
        </pc:graphicFrameChg>
      </pc:sldChg>
      <pc:sldChg chg="addSp delSp modSp new del mod setBg modClrScheme chgLayout">
        <pc:chgData name="swayambhu chatterjee" userId="a06b19612059d7a9" providerId="LiveId" clId="{FF2D621D-288E-4164-BDBD-6734EDCB48EF}" dt="2025-03-04T02:16:47.573" v="1095" actId="47"/>
        <pc:sldMkLst>
          <pc:docMk/>
          <pc:sldMk cId="3175075531" sldId="258"/>
        </pc:sldMkLst>
        <pc:spChg chg="del mod ord">
          <ac:chgData name="swayambhu chatterjee" userId="a06b19612059d7a9" providerId="LiveId" clId="{FF2D621D-288E-4164-BDBD-6734EDCB48EF}" dt="2025-03-04T02:03:54.847" v="757" actId="700"/>
          <ac:spMkLst>
            <pc:docMk/>
            <pc:sldMk cId="3175075531" sldId="258"/>
            <ac:spMk id="2" creationId="{A77351BC-A7FC-13D4-B2A1-1C40E73F4642}"/>
          </ac:spMkLst>
        </pc:spChg>
        <pc:spChg chg="del mod ord">
          <ac:chgData name="swayambhu chatterjee" userId="a06b19612059d7a9" providerId="LiveId" clId="{FF2D621D-288E-4164-BDBD-6734EDCB48EF}" dt="2025-03-04T02:03:54.847" v="757" actId="700"/>
          <ac:spMkLst>
            <pc:docMk/>
            <pc:sldMk cId="3175075531" sldId="258"/>
            <ac:spMk id="3" creationId="{A7EA509A-3C9B-3121-2850-F939FE02A3A7}"/>
          </ac:spMkLst>
        </pc:spChg>
        <pc:spChg chg="add mod ord">
          <ac:chgData name="swayambhu chatterjee" userId="a06b19612059d7a9" providerId="LiveId" clId="{FF2D621D-288E-4164-BDBD-6734EDCB48EF}" dt="2025-03-04T02:10:13.866" v="1065" actId="208"/>
          <ac:spMkLst>
            <pc:docMk/>
            <pc:sldMk cId="3175075531" sldId="258"/>
            <ac:spMk id="4" creationId="{9A27AB59-3C1C-35EA-01CF-E8DDEF47718B}"/>
          </ac:spMkLst>
        </pc:spChg>
        <pc:spChg chg="add del mod ord">
          <ac:chgData name="swayambhu chatterjee" userId="a06b19612059d7a9" providerId="LiveId" clId="{FF2D621D-288E-4164-BDBD-6734EDCB48EF}" dt="2025-03-04T02:11:26.749" v="1066" actId="3680"/>
          <ac:spMkLst>
            <pc:docMk/>
            <pc:sldMk cId="3175075531" sldId="258"/>
            <ac:spMk id="5" creationId="{0AB7D58A-ADAF-3CBF-162B-81D4A64814DD}"/>
          </ac:spMkLst>
        </pc:spChg>
        <pc:spChg chg="add mod ord">
          <ac:chgData name="swayambhu chatterjee" userId="a06b19612059d7a9" providerId="LiveId" clId="{FF2D621D-288E-4164-BDBD-6734EDCB48EF}" dt="2025-03-04T02:16:38.172" v="1093" actId="14100"/>
          <ac:spMkLst>
            <pc:docMk/>
            <pc:sldMk cId="3175075531" sldId="258"/>
            <ac:spMk id="6" creationId="{0CD419FE-108B-36C7-28C9-7D8D80B858A7}"/>
          </ac:spMkLst>
        </pc:spChg>
        <pc:spChg chg="add del">
          <ac:chgData name="swayambhu chatterjee" userId="a06b19612059d7a9" providerId="LiveId" clId="{FF2D621D-288E-4164-BDBD-6734EDCB48EF}" dt="2025-03-04T02:04:09.809" v="759" actId="26606"/>
          <ac:spMkLst>
            <pc:docMk/>
            <pc:sldMk cId="3175075531" sldId="258"/>
            <ac:spMk id="11" creationId="{9F7D788E-2C1B-4EF4-8719-12613771FF98}"/>
          </ac:spMkLst>
        </pc:spChg>
        <pc:spChg chg="add del">
          <ac:chgData name="swayambhu chatterjee" userId="a06b19612059d7a9" providerId="LiveId" clId="{FF2D621D-288E-4164-BDBD-6734EDCB48EF}" dt="2025-03-04T02:04:09.809" v="759" actId="26606"/>
          <ac:spMkLst>
            <pc:docMk/>
            <pc:sldMk cId="3175075531" sldId="258"/>
            <ac:spMk id="13" creationId="{7C54E824-C0F4-480B-BC88-689F50C45FBD}"/>
          </ac:spMkLst>
        </pc:spChg>
        <pc:spChg chg="add del">
          <ac:chgData name="swayambhu chatterjee" userId="a06b19612059d7a9" providerId="LiveId" clId="{FF2D621D-288E-4164-BDBD-6734EDCB48EF}" dt="2025-03-04T02:04:09.809" v="759" actId="26606"/>
          <ac:spMkLst>
            <pc:docMk/>
            <pc:sldMk cId="3175075531" sldId="258"/>
            <ac:spMk id="15" creationId="{58DEA6A1-FC5C-4E6E-BBBF-7E472949B394}"/>
          </ac:spMkLst>
        </pc:spChg>
        <pc:spChg chg="add del">
          <ac:chgData name="swayambhu chatterjee" userId="a06b19612059d7a9" providerId="LiveId" clId="{FF2D621D-288E-4164-BDBD-6734EDCB48EF}" dt="2025-03-04T02:04:09.809" v="759" actId="26606"/>
          <ac:spMkLst>
            <pc:docMk/>
            <pc:sldMk cId="3175075531" sldId="258"/>
            <ac:spMk id="17" creationId="{96AAAC3B-1954-46B7-BBAC-27DFF5B5295F}"/>
          </ac:spMkLst>
        </pc:spChg>
        <pc:spChg chg="add del">
          <ac:chgData name="swayambhu chatterjee" userId="a06b19612059d7a9" providerId="LiveId" clId="{FF2D621D-288E-4164-BDBD-6734EDCB48EF}" dt="2025-03-04T02:04:09.809" v="759" actId="26606"/>
          <ac:spMkLst>
            <pc:docMk/>
            <pc:sldMk cId="3175075531" sldId="258"/>
            <ac:spMk id="19" creationId="{A5AD6500-BB62-4AAC-9D2F-C10DDC90CBB1}"/>
          </ac:spMkLst>
        </pc:spChg>
        <pc:spChg chg="add del">
          <ac:chgData name="swayambhu chatterjee" userId="a06b19612059d7a9" providerId="LiveId" clId="{FF2D621D-288E-4164-BDBD-6734EDCB48EF}" dt="2025-03-04T02:04:11.588" v="761" actId="26606"/>
          <ac:spMkLst>
            <pc:docMk/>
            <pc:sldMk cId="3175075531" sldId="258"/>
            <ac:spMk id="21" creationId="{428D436F-9ACD-4C92-AFC8-C934C527A6A4}"/>
          </ac:spMkLst>
        </pc:spChg>
        <pc:spChg chg="add del">
          <ac:chgData name="swayambhu chatterjee" userId="a06b19612059d7a9" providerId="LiveId" clId="{FF2D621D-288E-4164-BDBD-6734EDCB48EF}" dt="2025-03-04T02:04:11.588" v="761" actId="26606"/>
          <ac:spMkLst>
            <pc:docMk/>
            <pc:sldMk cId="3175075531" sldId="258"/>
            <ac:spMk id="22" creationId="{090538E0-A884-4E60-A6AB-77D830E2FCED}"/>
          </ac:spMkLst>
        </pc:spChg>
        <pc:spChg chg="add del">
          <ac:chgData name="swayambhu chatterjee" userId="a06b19612059d7a9" providerId="LiveId" clId="{FF2D621D-288E-4164-BDBD-6734EDCB48EF}" dt="2025-03-04T02:04:11.588" v="761" actId="26606"/>
          <ac:spMkLst>
            <pc:docMk/>
            <pc:sldMk cId="3175075531" sldId="258"/>
            <ac:spMk id="23" creationId="{DB0D7DD0-1C67-4D4C-9E06-678233DB8468}"/>
          </ac:spMkLst>
        </pc:spChg>
        <pc:spChg chg="add del">
          <ac:chgData name="swayambhu chatterjee" userId="a06b19612059d7a9" providerId="LiveId" clId="{FF2D621D-288E-4164-BDBD-6734EDCB48EF}" dt="2025-03-04T02:04:15.227" v="763" actId="26606"/>
          <ac:spMkLst>
            <pc:docMk/>
            <pc:sldMk cId="3175075531" sldId="258"/>
            <ac:spMk id="25" creationId="{4C608BEB-860E-4094-8511-78603564A75E}"/>
          </ac:spMkLst>
        </pc:spChg>
        <pc:graphicFrameChg chg="add mod ord modGraphic">
          <ac:chgData name="swayambhu chatterjee" userId="a06b19612059d7a9" providerId="LiveId" clId="{FF2D621D-288E-4164-BDBD-6734EDCB48EF}" dt="2025-03-04T02:16:30.377" v="1091"/>
          <ac:graphicFrameMkLst>
            <pc:docMk/>
            <pc:sldMk cId="3175075531" sldId="258"/>
            <ac:graphicFrameMk id="8" creationId="{4A1E8D8F-B627-2877-4680-DFDD7C6C30B7}"/>
          </ac:graphicFrameMkLst>
        </pc:graphicFrameChg>
        <pc:picChg chg="add mod">
          <ac:chgData name="swayambhu chatterjee" userId="a06b19612059d7a9" providerId="LiveId" clId="{FF2D621D-288E-4164-BDBD-6734EDCB48EF}" dt="2025-03-04T02:16:41.827" v="1094" actId="14100"/>
          <ac:picMkLst>
            <pc:docMk/>
            <pc:sldMk cId="3175075531" sldId="258"/>
            <ac:picMk id="7" creationId="{61519B93-FECA-F32C-C95C-93EC681C509D}"/>
          </ac:picMkLst>
        </pc:picChg>
        <pc:cxnChg chg="add del">
          <ac:chgData name="swayambhu chatterjee" userId="a06b19612059d7a9" providerId="LiveId" clId="{FF2D621D-288E-4164-BDBD-6734EDCB48EF}" dt="2025-03-04T02:04:15.227" v="763" actId="26606"/>
          <ac:cxnSpMkLst>
            <pc:docMk/>
            <pc:sldMk cId="3175075531" sldId="258"/>
            <ac:cxnSpMk id="26" creationId="{1F16A8D4-FE87-4604-88B2-394B5D1EB437}"/>
          </ac:cxnSpMkLst>
        </pc:cxnChg>
      </pc:sldChg>
      <pc:sldMasterChg chg="modSp modSldLayout">
        <pc:chgData name="swayambhu chatterjee" userId="a06b19612059d7a9" providerId="LiveId" clId="{FF2D621D-288E-4164-BDBD-6734EDCB48EF}" dt="2025-03-04T02:01:08.601" v="742"/>
        <pc:sldMasterMkLst>
          <pc:docMk/>
          <pc:sldMasterMk cId="543169132" sldId="2147483648"/>
        </pc:sldMasterMkLst>
        <pc:spChg chg="mod">
          <ac:chgData name="swayambhu chatterjee" userId="a06b19612059d7a9" providerId="LiveId" clId="{FF2D621D-288E-4164-BDBD-6734EDCB48EF}" dt="2025-03-04T02:01:08.601" v="742"/>
          <ac:spMkLst>
            <pc:docMk/>
            <pc:sldMasterMk cId="543169132" sldId="2147483648"/>
            <ac:spMk id="2" creationId="{FCBC4CBE-C091-6EE6-5F3A-7E1A8F358E58}"/>
          </ac:spMkLst>
        </pc:spChg>
        <pc:spChg chg="mod">
          <ac:chgData name="swayambhu chatterjee" userId="a06b19612059d7a9" providerId="LiveId" clId="{FF2D621D-288E-4164-BDBD-6734EDCB48EF}" dt="2025-03-04T02:01:08.601" v="742"/>
          <ac:spMkLst>
            <pc:docMk/>
            <pc:sldMasterMk cId="543169132" sldId="2147483648"/>
            <ac:spMk id="3" creationId="{6B150038-C4AD-A31F-2F69-D46BBAB6E489}"/>
          </ac:spMkLst>
        </pc:spChg>
        <pc:spChg chg="mod">
          <ac:chgData name="swayambhu chatterjee" userId="a06b19612059d7a9" providerId="LiveId" clId="{FF2D621D-288E-4164-BDBD-6734EDCB48EF}" dt="2025-03-04T02:01:08.601" v="742"/>
          <ac:spMkLst>
            <pc:docMk/>
            <pc:sldMasterMk cId="543169132" sldId="2147483648"/>
            <ac:spMk id="4" creationId="{261BB0BD-0CB4-B17A-8F93-5527B7C02D06}"/>
          </ac:spMkLst>
        </pc:spChg>
        <pc:spChg chg="mod">
          <ac:chgData name="swayambhu chatterjee" userId="a06b19612059d7a9" providerId="LiveId" clId="{FF2D621D-288E-4164-BDBD-6734EDCB48EF}" dt="2025-03-04T02:01:08.601" v="742"/>
          <ac:spMkLst>
            <pc:docMk/>
            <pc:sldMasterMk cId="543169132" sldId="2147483648"/>
            <ac:spMk id="5" creationId="{BEE03224-7259-79DF-6BA4-D196DC44FBB4}"/>
          </ac:spMkLst>
        </pc:spChg>
        <pc:spChg chg="mod">
          <ac:chgData name="swayambhu chatterjee" userId="a06b19612059d7a9" providerId="LiveId" clId="{FF2D621D-288E-4164-BDBD-6734EDCB48EF}" dt="2025-03-04T02:01:08.601" v="742"/>
          <ac:spMkLst>
            <pc:docMk/>
            <pc:sldMasterMk cId="543169132" sldId="2147483648"/>
            <ac:spMk id="6" creationId="{66FB7B33-AC99-5026-2C26-28BF9E521808}"/>
          </ac:spMkLst>
        </pc:spChg>
        <pc:sldLayoutChg chg="modSp">
          <pc:chgData name="swayambhu chatterjee" userId="a06b19612059d7a9" providerId="LiveId" clId="{FF2D621D-288E-4164-BDBD-6734EDCB48EF}" dt="2025-03-04T02:01:08.601" v="742"/>
          <pc:sldLayoutMkLst>
            <pc:docMk/>
            <pc:sldMasterMk cId="543169132" sldId="2147483648"/>
            <pc:sldLayoutMk cId="1900602812" sldId="2147483649"/>
          </pc:sldLayoutMkLst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1900602812" sldId="2147483649"/>
              <ac:spMk id="2" creationId="{AD1147EA-9020-A8D9-BE96-31FC2F43A28B}"/>
            </ac:spMkLst>
          </pc:spChg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1900602812" sldId="2147483649"/>
              <ac:spMk id="3" creationId="{3BD91C64-86F6-52E9-E84D-805C1DFFF5DE}"/>
            </ac:spMkLst>
          </pc:spChg>
        </pc:sldLayoutChg>
        <pc:sldLayoutChg chg="modSp">
          <pc:chgData name="swayambhu chatterjee" userId="a06b19612059d7a9" providerId="LiveId" clId="{FF2D621D-288E-4164-BDBD-6734EDCB48EF}" dt="2025-03-04T02:01:08.601" v="742"/>
          <pc:sldLayoutMkLst>
            <pc:docMk/>
            <pc:sldMasterMk cId="543169132" sldId="2147483648"/>
            <pc:sldLayoutMk cId="2503341304" sldId="2147483651"/>
          </pc:sldLayoutMkLst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2503341304" sldId="2147483651"/>
              <ac:spMk id="2" creationId="{CE10D40B-9392-DC20-9893-305AD61DA1B4}"/>
            </ac:spMkLst>
          </pc:spChg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2503341304" sldId="2147483651"/>
              <ac:spMk id="3" creationId="{89015569-9DA1-9EB0-EC19-41BAB34438EB}"/>
            </ac:spMkLst>
          </pc:spChg>
        </pc:sldLayoutChg>
        <pc:sldLayoutChg chg="modSp">
          <pc:chgData name="swayambhu chatterjee" userId="a06b19612059d7a9" providerId="LiveId" clId="{FF2D621D-288E-4164-BDBD-6734EDCB48EF}" dt="2025-03-04T02:01:08.601" v="742"/>
          <pc:sldLayoutMkLst>
            <pc:docMk/>
            <pc:sldMasterMk cId="543169132" sldId="2147483648"/>
            <pc:sldLayoutMk cId="701575004" sldId="2147483652"/>
          </pc:sldLayoutMkLst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701575004" sldId="2147483652"/>
              <ac:spMk id="3" creationId="{1032AAB1-DFEF-0231-F3B9-FFA4201FDB60}"/>
            </ac:spMkLst>
          </pc:spChg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701575004" sldId="2147483652"/>
              <ac:spMk id="4" creationId="{475A7781-FCBD-C4A8-6067-E0AC9C86C21C}"/>
            </ac:spMkLst>
          </pc:spChg>
        </pc:sldLayoutChg>
        <pc:sldLayoutChg chg="modSp">
          <pc:chgData name="swayambhu chatterjee" userId="a06b19612059d7a9" providerId="LiveId" clId="{FF2D621D-288E-4164-BDBD-6734EDCB48EF}" dt="2025-03-04T02:01:08.601" v="742"/>
          <pc:sldLayoutMkLst>
            <pc:docMk/>
            <pc:sldMasterMk cId="543169132" sldId="2147483648"/>
            <pc:sldLayoutMk cId="1889432598" sldId="2147483653"/>
          </pc:sldLayoutMkLst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1889432598" sldId="2147483653"/>
              <ac:spMk id="2" creationId="{1020D7A5-E5FE-67D6-8FAE-4F81B917597F}"/>
            </ac:spMkLst>
          </pc:spChg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1889432598" sldId="2147483653"/>
              <ac:spMk id="3" creationId="{92830E51-0FFD-EDF8-5E04-0E400DB8A338}"/>
            </ac:spMkLst>
          </pc:spChg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1889432598" sldId="2147483653"/>
              <ac:spMk id="4" creationId="{717A7485-A75F-7CAA-B19C-5A116A828CE2}"/>
            </ac:spMkLst>
          </pc:spChg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1889432598" sldId="2147483653"/>
              <ac:spMk id="5" creationId="{5BDEE78D-8800-18F7-8A82-E44AF15A10F4}"/>
            </ac:spMkLst>
          </pc:spChg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1889432598" sldId="2147483653"/>
              <ac:spMk id="6" creationId="{9866B338-28BC-2B0D-F191-E97534AA3B1E}"/>
            </ac:spMkLst>
          </pc:spChg>
        </pc:sldLayoutChg>
        <pc:sldLayoutChg chg="modSp">
          <pc:chgData name="swayambhu chatterjee" userId="a06b19612059d7a9" providerId="LiveId" clId="{FF2D621D-288E-4164-BDBD-6734EDCB48EF}" dt="2025-03-04T02:01:08.601" v="742"/>
          <pc:sldLayoutMkLst>
            <pc:docMk/>
            <pc:sldMasterMk cId="543169132" sldId="2147483648"/>
            <pc:sldLayoutMk cId="197974288" sldId="2147483656"/>
          </pc:sldLayoutMkLst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197974288" sldId="2147483656"/>
              <ac:spMk id="2" creationId="{EDCFDFAA-43BB-7E71-CCA8-7AFE8A37190A}"/>
            </ac:spMkLst>
          </pc:spChg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197974288" sldId="2147483656"/>
              <ac:spMk id="3" creationId="{33E793DC-8CCD-9335-8AD4-7558FD0EFFA8}"/>
            </ac:spMkLst>
          </pc:spChg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197974288" sldId="2147483656"/>
              <ac:spMk id="4" creationId="{879C9981-33B7-8379-19E1-E5D6D9C0C10A}"/>
            </ac:spMkLst>
          </pc:spChg>
        </pc:sldLayoutChg>
        <pc:sldLayoutChg chg="modSp">
          <pc:chgData name="swayambhu chatterjee" userId="a06b19612059d7a9" providerId="LiveId" clId="{FF2D621D-288E-4164-BDBD-6734EDCB48EF}" dt="2025-03-04T02:01:08.601" v="742"/>
          <pc:sldLayoutMkLst>
            <pc:docMk/>
            <pc:sldMasterMk cId="543169132" sldId="2147483648"/>
            <pc:sldLayoutMk cId="248786370" sldId="2147483657"/>
          </pc:sldLayoutMkLst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248786370" sldId="2147483657"/>
              <ac:spMk id="2" creationId="{DEBC927D-32EF-AF83-DF66-7F42F160FC2B}"/>
            </ac:spMkLst>
          </pc:spChg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248786370" sldId="2147483657"/>
              <ac:spMk id="3" creationId="{C2F15FB9-648A-CA0D-9BC6-40159CC88D68}"/>
            </ac:spMkLst>
          </pc:spChg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248786370" sldId="2147483657"/>
              <ac:spMk id="4" creationId="{175B6543-8A09-0FC6-B018-795A328D432E}"/>
            </ac:spMkLst>
          </pc:spChg>
        </pc:sldLayoutChg>
        <pc:sldLayoutChg chg="modSp">
          <pc:chgData name="swayambhu chatterjee" userId="a06b19612059d7a9" providerId="LiveId" clId="{FF2D621D-288E-4164-BDBD-6734EDCB48EF}" dt="2025-03-04T02:01:08.601" v="742"/>
          <pc:sldLayoutMkLst>
            <pc:docMk/>
            <pc:sldMasterMk cId="543169132" sldId="2147483648"/>
            <pc:sldLayoutMk cId="2013495944" sldId="2147483659"/>
          </pc:sldLayoutMkLst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2013495944" sldId="2147483659"/>
              <ac:spMk id="2" creationId="{3E725888-2FBB-3565-B2CA-240978DD356B}"/>
            </ac:spMkLst>
          </pc:spChg>
          <pc:spChg chg="mod">
            <ac:chgData name="swayambhu chatterjee" userId="a06b19612059d7a9" providerId="LiveId" clId="{FF2D621D-288E-4164-BDBD-6734EDCB48EF}" dt="2025-03-04T02:01:08.601" v="742"/>
            <ac:spMkLst>
              <pc:docMk/>
              <pc:sldMasterMk cId="543169132" sldId="2147483648"/>
              <pc:sldLayoutMk cId="2013495944" sldId="2147483659"/>
              <ac:spMk id="3" creationId="{6C0A47BB-4EBD-5867-8105-6E5D6FE16F21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C2CAEB-0369-49A6-9886-2C120403C5CA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70A6E8-41F2-4149-8A20-4F6FCFBB893E}">
      <dgm:prSet phldrT="[Text]" custT="1"/>
      <dgm:spPr/>
      <dgm:t>
        <a:bodyPr/>
        <a:lstStyle/>
        <a:p>
          <a:r>
            <a:rPr lang="en-US" sz="1400" dirty="0"/>
            <a:t>left</a:t>
          </a:r>
        </a:p>
      </dgm:t>
    </dgm:pt>
    <dgm:pt modelId="{C7E2C22F-5206-4A47-9099-F320C4809282}" type="parTrans" cxnId="{D9E6C5BE-A7EB-4131-B9AC-A87DFE0FEE63}">
      <dgm:prSet/>
      <dgm:spPr/>
      <dgm:t>
        <a:bodyPr/>
        <a:lstStyle/>
        <a:p>
          <a:endParaRPr lang="en-US" sz="1400"/>
        </a:p>
      </dgm:t>
    </dgm:pt>
    <dgm:pt modelId="{610E8A28-CEA8-46F3-8FBC-28551E867A34}" type="sibTrans" cxnId="{D9E6C5BE-A7EB-4131-B9AC-A87DFE0FEE63}">
      <dgm:prSet/>
      <dgm:spPr/>
      <dgm:t>
        <a:bodyPr/>
        <a:lstStyle/>
        <a:p>
          <a:endParaRPr lang="en-US" sz="1400"/>
        </a:p>
      </dgm:t>
    </dgm:pt>
    <dgm:pt modelId="{CFB7A3F7-405F-4868-A726-004F94E2C289}">
      <dgm:prSet phldrT="[Text]" custT="1"/>
      <dgm:spPr/>
      <dgm:t>
        <a:bodyPr/>
        <a:lstStyle/>
        <a:p>
          <a:r>
            <a:rPr lang="en-US" sz="1400" dirty="0"/>
            <a:t>Dataset description</a:t>
          </a:r>
        </a:p>
      </dgm:t>
    </dgm:pt>
    <dgm:pt modelId="{61851960-26BB-400F-9CC4-F483828C49E0}" type="parTrans" cxnId="{DF6A5EDB-511F-4260-A672-ED7F0EDC55DD}">
      <dgm:prSet/>
      <dgm:spPr/>
      <dgm:t>
        <a:bodyPr/>
        <a:lstStyle/>
        <a:p>
          <a:endParaRPr lang="en-US" sz="1400"/>
        </a:p>
      </dgm:t>
    </dgm:pt>
    <dgm:pt modelId="{6F6BA2F9-6EC0-411D-8474-0C106417C042}" type="sibTrans" cxnId="{DF6A5EDB-511F-4260-A672-ED7F0EDC55DD}">
      <dgm:prSet/>
      <dgm:spPr/>
      <dgm:t>
        <a:bodyPr/>
        <a:lstStyle/>
        <a:p>
          <a:endParaRPr lang="en-US" sz="1400"/>
        </a:p>
      </dgm:t>
    </dgm:pt>
    <dgm:pt modelId="{BA5A939E-40B1-42EE-A303-5E776B1510A3}">
      <dgm:prSet phldrT="[Text]" custT="1"/>
      <dgm:spPr/>
      <dgm:t>
        <a:bodyPr/>
        <a:lstStyle/>
        <a:p>
          <a:r>
            <a:rPr lang="en-US" sz="1400" dirty="0"/>
            <a:t>Abstract</a:t>
          </a:r>
        </a:p>
      </dgm:t>
    </dgm:pt>
    <dgm:pt modelId="{BCDF4A36-A025-4A2C-B5AD-7240878F4328}" type="sibTrans" cxnId="{D9C2CC45-E94A-405A-807A-B21CA1D8ADBC}">
      <dgm:prSet/>
      <dgm:spPr/>
      <dgm:t>
        <a:bodyPr/>
        <a:lstStyle/>
        <a:p>
          <a:endParaRPr lang="en-US" sz="1400"/>
        </a:p>
      </dgm:t>
    </dgm:pt>
    <dgm:pt modelId="{24015C58-55A2-4A63-8982-696EE78FF1BE}" type="parTrans" cxnId="{D9C2CC45-E94A-405A-807A-B21CA1D8ADBC}">
      <dgm:prSet/>
      <dgm:spPr/>
      <dgm:t>
        <a:bodyPr/>
        <a:lstStyle/>
        <a:p>
          <a:endParaRPr lang="en-US" sz="1400"/>
        </a:p>
      </dgm:t>
    </dgm:pt>
    <dgm:pt modelId="{5697F33B-F1C9-42CF-B5F7-94F9A178AF63}">
      <dgm:prSet phldrT="[Text]" custT="1"/>
      <dgm:spPr/>
      <dgm:t>
        <a:bodyPr/>
        <a:lstStyle/>
        <a:p>
          <a:r>
            <a:rPr lang="en-US" sz="1400" dirty="0"/>
            <a:t>Rationale</a:t>
          </a:r>
        </a:p>
      </dgm:t>
    </dgm:pt>
    <dgm:pt modelId="{C3E2ECEF-E21C-4EA6-93C0-A7CAD7CC4742}" type="sibTrans" cxnId="{B215D09D-DB96-49F9-91A6-68557E177C24}">
      <dgm:prSet/>
      <dgm:spPr/>
      <dgm:t>
        <a:bodyPr/>
        <a:lstStyle/>
        <a:p>
          <a:endParaRPr lang="en-US" sz="1400"/>
        </a:p>
      </dgm:t>
    </dgm:pt>
    <dgm:pt modelId="{0C0F9E49-B940-4431-88AA-6ADC01B5894A}" type="parTrans" cxnId="{B215D09D-DB96-49F9-91A6-68557E177C24}">
      <dgm:prSet/>
      <dgm:spPr/>
      <dgm:t>
        <a:bodyPr/>
        <a:lstStyle/>
        <a:p>
          <a:endParaRPr lang="en-US" sz="1400"/>
        </a:p>
      </dgm:t>
    </dgm:pt>
    <dgm:pt modelId="{C16AD01A-D790-4C63-8498-6845D5E30030}">
      <dgm:prSet phldrT="[Text]" custT="1"/>
      <dgm:spPr/>
      <dgm:t>
        <a:bodyPr/>
        <a:lstStyle/>
        <a:p>
          <a:r>
            <a:rPr lang="en-US" sz="1400" dirty="0"/>
            <a:t>Objective</a:t>
          </a:r>
        </a:p>
      </dgm:t>
    </dgm:pt>
    <dgm:pt modelId="{3B6B1B34-9DDA-4E71-9607-D8AE7AEFBB78}" type="sibTrans" cxnId="{3EDCB0F1-06B7-4A62-B57C-313EC3619D7B}">
      <dgm:prSet/>
      <dgm:spPr/>
      <dgm:t>
        <a:bodyPr/>
        <a:lstStyle/>
        <a:p>
          <a:endParaRPr lang="en-US"/>
        </a:p>
      </dgm:t>
    </dgm:pt>
    <dgm:pt modelId="{86356E57-34FF-43DD-B390-1F88C0DF695F}" type="parTrans" cxnId="{3EDCB0F1-06B7-4A62-B57C-313EC3619D7B}">
      <dgm:prSet/>
      <dgm:spPr/>
      <dgm:t>
        <a:bodyPr/>
        <a:lstStyle/>
        <a:p>
          <a:endParaRPr lang="en-US"/>
        </a:p>
      </dgm:t>
    </dgm:pt>
    <dgm:pt modelId="{136046CB-F1A2-4DA5-8C4C-F08DD57A4494}">
      <dgm:prSet phldrT="[Text]" custT="1"/>
      <dgm:spPr/>
      <dgm:t>
        <a:bodyPr/>
        <a:lstStyle/>
        <a:p>
          <a:r>
            <a:rPr lang="en-US" sz="1400" dirty="0"/>
            <a:t>Results</a:t>
          </a:r>
        </a:p>
      </dgm:t>
    </dgm:pt>
    <dgm:pt modelId="{A3D2FCEA-907B-4F98-A44F-26A32D9844C7}" type="parTrans" cxnId="{2EC5A43C-86BD-4D3F-9A8F-3EAC3D793F71}">
      <dgm:prSet/>
      <dgm:spPr/>
      <dgm:t>
        <a:bodyPr/>
        <a:lstStyle/>
        <a:p>
          <a:endParaRPr lang="en-US"/>
        </a:p>
      </dgm:t>
    </dgm:pt>
    <dgm:pt modelId="{07168C54-D847-49B2-B1D0-9BA2E5A2A80D}" type="sibTrans" cxnId="{2EC5A43C-86BD-4D3F-9A8F-3EAC3D793F71}">
      <dgm:prSet/>
      <dgm:spPr/>
      <dgm:t>
        <a:bodyPr/>
        <a:lstStyle/>
        <a:p>
          <a:endParaRPr lang="en-US"/>
        </a:p>
      </dgm:t>
    </dgm:pt>
    <dgm:pt modelId="{0F2BD5DF-0E24-42D5-9B50-E6102B728831}">
      <dgm:prSet phldrT="[Text]" custT="1"/>
      <dgm:spPr/>
      <dgm:t>
        <a:bodyPr/>
        <a:lstStyle/>
        <a:p>
          <a:r>
            <a:rPr lang="en-US" sz="1400" dirty="0"/>
            <a:t>References</a:t>
          </a:r>
        </a:p>
      </dgm:t>
    </dgm:pt>
    <dgm:pt modelId="{B229818C-7854-47CC-907A-60610A4ECAE5}" type="sibTrans" cxnId="{A3EEAC09-A126-4A73-859D-F65ABF7E3064}">
      <dgm:prSet/>
      <dgm:spPr/>
      <dgm:t>
        <a:bodyPr/>
        <a:lstStyle/>
        <a:p>
          <a:endParaRPr lang="en-US"/>
        </a:p>
      </dgm:t>
    </dgm:pt>
    <dgm:pt modelId="{48BC851F-D5C7-4551-A64A-7742D2CC8DE0}" type="parTrans" cxnId="{A3EEAC09-A126-4A73-859D-F65ABF7E3064}">
      <dgm:prSet/>
      <dgm:spPr/>
      <dgm:t>
        <a:bodyPr/>
        <a:lstStyle/>
        <a:p>
          <a:endParaRPr lang="en-US"/>
        </a:p>
      </dgm:t>
    </dgm:pt>
    <dgm:pt modelId="{97E18FBF-C991-4F3B-85E8-3FACE5202971}">
      <dgm:prSet phldrT="[Text]" custT="1"/>
      <dgm:spPr/>
      <dgm:t>
        <a:bodyPr/>
        <a:lstStyle/>
        <a:p>
          <a:r>
            <a:rPr lang="en-US" sz="1400" dirty="0"/>
            <a:t>Conclusion /Future works</a:t>
          </a:r>
        </a:p>
      </dgm:t>
    </dgm:pt>
    <dgm:pt modelId="{90BA60F7-2D32-448D-99EB-4068B916AD75}" type="sibTrans" cxnId="{FBEA504D-0CAB-497C-874B-39621B67B7C2}">
      <dgm:prSet/>
      <dgm:spPr/>
      <dgm:t>
        <a:bodyPr/>
        <a:lstStyle/>
        <a:p>
          <a:endParaRPr lang="en-US" sz="1400"/>
        </a:p>
      </dgm:t>
    </dgm:pt>
    <dgm:pt modelId="{BE50ABEC-03F6-4960-8CE2-9BADF9F0BCB2}" type="parTrans" cxnId="{FBEA504D-0CAB-497C-874B-39621B67B7C2}">
      <dgm:prSet/>
      <dgm:spPr/>
      <dgm:t>
        <a:bodyPr/>
        <a:lstStyle/>
        <a:p>
          <a:endParaRPr lang="en-US" sz="1400"/>
        </a:p>
      </dgm:t>
    </dgm:pt>
    <dgm:pt modelId="{76B9CAEE-5D7F-4FBB-B26A-A239AA0F5EF0}">
      <dgm:prSet phldrT="[Text]" custT="1"/>
      <dgm:spPr/>
      <dgm:t>
        <a:bodyPr/>
        <a:lstStyle/>
        <a:p>
          <a:r>
            <a:rPr lang="en-US" sz="1400" dirty="0"/>
            <a:t>PCA</a:t>
          </a:r>
        </a:p>
      </dgm:t>
    </dgm:pt>
    <dgm:pt modelId="{EA91225A-B7D2-47E0-A9D3-4509BF60B5C2}" type="sibTrans" cxnId="{7DCF52D2-9860-4CC5-B953-0D9770CA011C}">
      <dgm:prSet/>
      <dgm:spPr/>
      <dgm:t>
        <a:bodyPr/>
        <a:lstStyle/>
        <a:p>
          <a:endParaRPr lang="en-US" sz="1400"/>
        </a:p>
      </dgm:t>
    </dgm:pt>
    <dgm:pt modelId="{5AE15D45-DA87-4147-B359-3C529AFB89A5}" type="parTrans" cxnId="{7DCF52D2-9860-4CC5-B953-0D9770CA011C}">
      <dgm:prSet/>
      <dgm:spPr/>
      <dgm:t>
        <a:bodyPr/>
        <a:lstStyle/>
        <a:p>
          <a:endParaRPr lang="en-US" sz="1400"/>
        </a:p>
      </dgm:t>
    </dgm:pt>
    <dgm:pt modelId="{0A980748-271C-47F4-8802-37D262A34389}">
      <dgm:prSet phldrT="[Text]"/>
      <dgm:spPr/>
      <dgm:t>
        <a:bodyPr/>
        <a:lstStyle/>
        <a:p>
          <a:r>
            <a:rPr lang="en-US" dirty="0"/>
            <a:t>Abstract</a:t>
          </a:r>
        </a:p>
      </dgm:t>
    </dgm:pt>
    <dgm:pt modelId="{DCDE7172-87DE-4163-90B7-6D0F4CEC5C58}" type="parTrans" cxnId="{A7448CCA-96F5-45E5-A7E8-674D1AFA4E49}">
      <dgm:prSet/>
      <dgm:spPr/>
      <dgm:t>
        <a:bodyPr/>
        <a:lstStyle/>
        <a:p>
          <a:endParaRPr lang="en-US"/>
        </a:p>
      </dgm:t>
    </dgm:pt>
    <dgm:pt modelId="{0B11B6DE-16A0-4D97-8F41-AA47C2014146}" type="sibTrans" cxnId="{A7448CCA-96F5-45E5-A7E8-674D1AFA4E49}">
      <dgm:prSet/>
      <dgm:spPr/>
      <dgm:t>
        <a:bodyPr/>
        <a:lstStyle/>
        <a:p>
          <a:endParaRPr lang="en-US"/>
        </a:p>
      </dgm:t>
    </dgm:pt>
    <dgm:pt modelId="{DEC9DF33-E9E0-46EA-8560-47DEA6E862A3}">
      <dgm:prSet phldrT="[Text]"/>
      <dgm:spPr/>
      <dgm:t>
        <a:bodyPr/>
        <a:lstStyle/>
        <a:p>
          <a:r>
            <a:rPr lang="en-US" dirty="0"/>
            <a:t>Abstract</a:t>
          </a:r>
        </a:p>
      </dgm:t>
    </dgm:pt>
    <dgm:pt modelId="{666BEC2D-1FFE-43D0-A142-42A9BC6FA2C6}" type="parTrans" cxnId="{96073AF8-B897-462B-BB2D-9CA5D34533A1}">
      <dgm:prSet/>
      <dgm:spPr/>
      <dgm:t>
        <a:bodyPr/>
        <a:lstStyle/>
        <a:p>
          <a:endParaRPr lang="en-US"/>
        </a:p>
      </dgm:t>
    </dgm:pt>
    <dgm:pt modelId="{7A748731-3302-4927-B6DA-0F1C39D7E3C6}" type="sibTrans" cxnId="{96073AF8-B897-462B-BB2D-9CA5D34533A1}">
      <dgm:prSet/>
      <dgm:spPr/>
      <dgm:t>
        <a:bodyPr/>
        <a:lstStyle/>
        <a:p>
          <a:endParaRPr lang="en-US"/>
        </a:p>
      </dgm:t>
    </dgm:pt>
    <dgm:pt modelId="{341F4BAD-0AE8-4A97-891A-C726E5D21BA5}">
      <dgm:prSet phldrT="[Text]"/>
      <dgm:spPr/>
      <dgm:t>
        <a:bodyPr/>
        <a:lstStyle/>
        <a:p>
          <a:r>
            <a:rPr lang="en-US" dirty="0"/>
            <a:t>Abstract</a:t>
          </a:r>
        </a:p>
      </dgm:t>
    </dgm:pt>
    <dgm:pt modelId="{64817451-608B-49A4-ACA6-01FECED72C39}" type="parTrans" cxnId="{9F27AC85-B124-45D7-86D8-09544082E9AD}">
      <dgm:prSet/>
      <dgm:spPr/>
      <dgm:t>
        <a:bodyPr/>
        <a:lstStyle/>
        <a:p>
          <a:endParaRPr lang="en-US"/>
        </a:p>
      </dgm:t>
    </dgm:pt>
    <dgm:pt modelId="{E9F9F8AE-9751-4AF4-9EA0-CD8BCAFEC663}" type="sibTrans" cxnId="{9F27AC85-B124-45D7-86D8-09544082E9AD}">
      <dgm:prSet/>
      <dgm:spPr/>
      <dgm:t>
        <a:bodyPr/>
        <a:lstStyle/>
        <a:p>
          <a:endParaRPr lang="en-US"/>
        </a:p>
      </dgm:t>
    </dgm:pt>
    <dgm:pt modelId="{949D7647-63EA-43D2-ABD9-CE672E13E4B5}">
      <dgm:prSet phldrT="[Text]" custT="1"/>
      <dgm:spPr/>
      <dgm:t>
        <a:bodyPr/>
        <a:lstStyle/>
        <a:p>
          <a:r>
            <a:rPr lang="en-US" sz="1400" dirty="0"/>
            <a:t>Results 2</a:t>
          </a:r>
        </a:p>
      </dgm:t>
    </dgm:pt>
    <dgm:pt modelId="{97696300-8204-4694-BF95-3B3679C8EF51}" type="sibTrans" cxnId="{0BA42B13-5AA2-438A-9810-580E7BA5D956}">
      <dgm:prSet/>
      <dgm:spPr/>
      <dgm:t>
        <a:bodyPr/>
        <a:lstStyle/>
        <a:p>
          <a:endParaRPr lang="en-US"/>
        </a:p>
      </dgm:t>
    </dgm:pt>
    <dgm:pt modelId="{95C84CD5-C894-4DAC-9F69-63B700695E15}" type="parTrans" cxnId="{0BA42B13-5AA2-438A-9810-580E7BA5D956}">
      <dgm:prSet/>
      <dgm:spPr/>
      <dgm:t>
        <a:bodyPr/>
        <a:lstStyle/>
        <a:p>
          <a:endParaRPr lang="en-US"/>
        </a:p>
      </dgm:t>
    </dgm:pt>
    <dgm:pt modelId="{08DBBAD5-8C70-47EF-A41A-C6536017D9CD}">
      <dgm:prSet phldrT="[Text]" custT="1"/>
      <dgm:spPr/>
      <dgm:t>
        <a:bodyPr/>
        <a:lstStyle/>
        <a:p>
          <a:r>
            <a:rPr lang="en-US" sz="1400" dirty="0"/>
            <a:t>Right</a:t>
          </a:r>
        </a:p>
      </dgm:t>
    </dgm:pt>
    <dgm:pt modelId="{DC37E7A8-5520-4731-950D-F0A39CD1ECBB}" type="sibTrans" cxnId="{AA18C531-EFD1-4D50-8F64-9E7A706C0E20}">
      <dgm:prSet/>
      <dgm:spPr/>
      <dgm:t>
        <a:bodyPr/>
        <a:lstStyle/>
        <a:p>
          <a:endParaRPr lang="en-US" sz="1400"/>
        </a:p>
      </dgm:t>
    </dgm:pt>
    <dgm:pt modelId="{E764B0F8-370E-4258-B5D3-B5F5876A705E}" type="parTrans" cxnId="{AA18C531-EFD1-4D50-8F64-9E7A706C0E20}">
      <dgm:prSet/>
      <dgm:spPr/>
      <dgm:t>
        <a:bodyPr/>
        <a:lstStyle/>
        <a:p>
          <a:endParaRPr lang="en-US" sz="1400"/>
        </a:p>
      </dgm:t>
    </dgm:pt>
    <dgm:pt modelId="{45AF5AE5-245C-491E-A0CD-C127630AFEE5}">
      <dgm:prSet phldrT="[Text]" custT="1"/>
      <dgm:spPr/>
      <dgm:t>
        <a:bodyPr/>
        <a:lstStyle/>
        <a:p>
          <a:r>
            <a:rPr lang="en-US" sz="1400" dirty="0"/>
            <a:t>Experimentation &amp; Methodology</a:t>
          </a:r>
        </a:p>
      </dgm:t>
    </dgm:pt>
    <dgm:pt modelId="{A3082CF4-0C88-4317-B940-6059E1DE9AB8}" type="sibTrans" cxnId="{A4444031-9402-4A05-9D4A-811E412CB45C}">
      <dgm:prSet/>
      <dgm:spPr/>
      <dgm:t>
        <a:bodyPr/>
        <a:lstStyle/>
        <a:p>
          <a:endParaRPr lang="en-US" sz="1400"/>
        </a:p>
      </dgm:t>
    </dgm:pt>
    <dgm:pt modelId="{064EA31C-137D-4B70-8CE5-42C77BFF82A4}" type="parTrans" cxnId="{A4444031-9402-4A05-9D4A-811E412CB45C}">
      <dgm:prSet/>
      <dgm:spPr/>
      <dgm:t>
        <a:bodyPr/>
        <a:lstStyle/>
        <a:p>
          <a:endParaRPr lang="en-US" sz="1400"/>
        </a:p>
      </dgm:t>
    </dgm:pt>
    <dgm:pt modelId="{F4D2CD80-DC35-4B73-921B-09062825811B}">
      <dgm:prSet phldrT="[Text]" custT="1"/>
      <dgm:spPr/>
      <dgm:t>
        <a:bodyPr/>
        <a:lstStyle/>
        <a:p>
          <a:r>
            <a:rPr lang="en-US" sz="1400" dirty="0"/>
            <a:t>Center</a:t>
          </a:r>
        </a:p>
      </dgm:t>
    </dgm:pt>
    <dgm:pt modelId="{D7A26DCC-ECFD-4B50-91F7-D85E72758CAA}" type="sibTrans" cxnId="{EC1EA864-6108-48C1-A7AC-E6049D698402}">
      <dgm:prSet/>
      <dgm:spPr/>
      <dgm:t>
        <a:bodyPr/>
        <a:lstStyle/>
        <a:p>
          <a:endParaRPr lang="en-US" sz="1400"/>
        </a:p>
      </dgm:t>
    </dgm:pt>
    <dgm:pt modelId="{9EC44FB5-F961-4999-963B-02E9020AF876}" type="parTrans" cxnId="{EC1EA864-6108-48C1-A7AC-E6049D698402}">
      <dgm:prSet/>
      <dgm:spPr/>
      <dgm:t>
        <a:bodyPr/>
        <a:lstStyle/>
        <a:p>
          <a:endParaRPr lang="en-US" sz="1400"/>
        </a:p>
      </dgm:t>
    </dgm:pt>
    <dgm:pt modelId="{C5971D33-517B-4BCB-B163-4E8CEB9BE18A}" type="pres">
      <dgm:prSet presAssocID="{17C2CAEB-0369-49A6-9886-2C120403C5CA}" presName="theList" presStyleCnt="0">
        <dgm:presLayoutVars>
          <dgm:dir/>
          <dgm:animLvl val="lvl"/>
          <dgm:resizeHandles val="exact"/>
        </dgm:presLayoutVars>
      </dgm:prSet>
      <dgm:spPr/>
    </dgm:pt>
    <dgm:pt modelId="{C142A0ED-845C-4C38-8EC2-ED36656EE98D}" type="pres">
      <dgm:prSet presAssocID="{5670A6E8-41F2-4149-8A20-4F6FCFBB893E}" presName="compNode" presStyleCnt="0"/>
      <dgm:spPr/>
    </dgm:pt>
    <dgm:pt modelId="{2C99D809-D64A-45DB-91C6-413BB3981887}" type="pres">
      <dgm:prSet presAssocID="{5670A6E8-41F2-4149-8A20-4F6FCFBB893E}" presName="aNode" presStyleLbl="bgShp" presStyleIdx="0" presStyleCnt="3" custLinFactNeighborX="-1580" custLinFactNeighborY="660"/>
      <dgm:spPr/>
    </dgm:pt>
    <dgm:pt modelId="{8DA273BD-6883-472C-ABD1-73308A6E296E}" type="pres">
      <dgm:prSet presAssocID="{5670A6E8-41F2-4149-8A20-4F6FCFBB893E}" presName="textNode" presStyleLbl="bgShp" presStyleIdx="0" presStyleCnt="3"/>
      <dgm:spPr/>
    </dgm:pt>
    <dgm:pt modelId="{1DB7EC73-E461-46A2-A670-2D955094DC1C}" type="pres">
      <dgm:prSet presAssocID="{5670A6E8-41F2-4149-8A20-4F6FCFBB893E}" presName="compChildNode" presStyleCnt="0"/>
      <dgm:spPr/>
    </dgm:pt>
    <dgm:pt modelId="{0F51EF8B-AB1F-442C-A49E-F69638C7ECC3}" type="pres">
      <dgm:prSet presAssocID="{5670A6E8-41F2-4149-8A20-4F6FCFBB893E}" presName="theInnerList" presStyleCnt="0"/>
      <dgm:spPr/>
    </dgm:pt>
    <dgm:pt modelId="{696B2A9E-6473-466E-A05E-9E6185D25812}" type="pres">
      <dgm:prSet presAssocID="{BA5A939E-40B1-42EE-A303-5E776B1510A3}" presName="childNode" presStyleLbl="node1" presStyleIdx="0" presStyleCnt="13" custScaleX="103486" custScaleY="2000000" custLinFactY="-1952324" custLinFactNeighborX="-1864" custLinFactNeighborY="-2000000">
        <dgm:presLayoutVars>
          <dgm:bulletEnabled val="1"/>
        </dgm:presLayoutVars>
      </dgm:prSet>
      <dgm:spPr/>
    </dgm:pt>
    <dgm:pt modelId="{C313FDE8-68EE-47FF-B5D2-65601A5FFB67}" type="pres">
      <dgm:prSet presAssocID="{BA5A939E-40B1-42EE-A303-5E776B1510A3}" presName="aSpace2" presStyleCnt="0"/>
      <dgm:spPr/>
    </dgm:pt>
    <dgm:pt modelId="{EAA27A26-615F-46A4-A3BA-95EC43821776}" type="pres">
      <dgm:prSet presAssocID="{0A980748-271C-47F4-8802-37D262A34389}" presName="childNode" presStyleLbl="node1" presStyleIdx="1" presStyleCnt="13" custScaleX="111009" custScaleY="654250" custLinFactY="-4203213" custLinFactNeighborX="-1070" custLinFactNeighborY="-4300000">
        <dgm:presLayoutVars>
          <dgm:bulletEnabled val="1"/>
        </dgm:presLayoutVars>
      </dgm:prSet>
      <dgm:spPr/>
    </dgm:pt>
    <dgm:pt modelId="{AF53E8E7-DD59-4FF4-8F10-2BE0C7A2A8FD}" type="pres">
      <dgm:prSet presAssocID="{0A980748-271C-47F4-8802-37D262A34389}" presName="aSpace2" presStyleCnt="0"/>
      <dgm:spPr/>
    </dgm:pt>
    <dgm:pt modelId="{85EC8B2E-05F9-434D-951B-B7ACA0F47892}" type="pres">
      <dgm:prSet presAssocID="{DEC9DF33-E9E0-46EA-8560-47DEA6E862A3}" presName="childNode" presStyleLbl="node1" presStyleIdx="2" presStyleCnt="13" custScaleX="111009" custScaleY="654250" custLinFactY="-2164902" custLinFactNeighborX="-329" custLinFactNeighborY="-2200000">
        <dgm:presLayoutVars>
          <dgm:bulletEnabled val="1"/>
        </dgm:presLayoutVars>
      </dgm:prSet>
      <dgm:spPr/>
    </dgm:pt>
    <dgm:pt modelId="{D54ECB95-291B-406C-8759-521AE4B0250D}" type="pres">
      <dgm:prSet presAssocID="{DEC9DF33-E9E0-46EA-8560-47DEA6E862A3}" presName="aSpace2" presStyleCnt="0"/>
      <dgm:spPr/>
    </dgm:pt>
    <dgm:pt modelId="{063901E6-7A75-4FA5-BD49-E8BC8F727751}" type="pres">
      <dgm:prSet presAssocID="{341F4BAD-0AE8-4A97-891A-C726E5D21BA5}" presName="childNode" presStyleLbl="node1" presStyleIdx="3" presStyleCnt="13" custScaleX="111009" custScaleY="654250" custLinFactY="186370" custLinFactNeighborX="413" custLinFactNeighborY="200000">
        <dgm:presLayoutVars>
          <dgm:bulletEnabled val="1"/>
        </dgm:presLayoutVars>
      </dgm:prSet>
      <dgm:spPr/>
    </dgm:pt>
    <dgm:pt modelId="{6BF2EC59-43E7-4BF3-A620-617C356A73C8}" type="pres">
      <dgm:prSet presAssocID="{341F4BAD-0AE8-4A97-891A-C726E5D21BA5}" presName="aSpace2" presStyleCnt="0"/>
      <dgm:spPr/>
    </dgm:pt>
    <dgm:pt modelId="{2EF23C5B-9884-4744-8F05-791E244B7224}" type="pres">
      <dgm:prSet presAssocID="{5697F33B-F1C9-42CF-B5F7-94F9A178AF63}" presName="childNode" presStyleLbl="node1" presStyleIdx="4" presStyleCnt="13" custScaleY="2000000" custLinFactY="-2744174" custLinFactNeighborX="-155" custLinFactNeighborY="-2800000">
        <dgm:presLayoutVars>
          <dgm:bulletEnabled val="1"/>
        </dgm:presLayoutVars>
      </dgm:prSet>
      <dgm:spPr/>
    </dgm:pt>
    <dgm:pt modelId="{95B98094-05BD-4E59-9E42-025A3596B42D}" type="pres">
      <dgm:prSet presAssocID="{5697F33B-F1C9-42CF-B5F7-94F9A178AF63}" presName="aSpace2" presStyleCnt="0"/>
      <dgm:spPr/>
    </dgm:pt>
    <dgm:pt modelId="{83955738-21F7-43E1-BEB8-70DF83372F0C}" type="pres">
      <dgm:prSet presAssocID="{C16AD01A-D790-4C63-8498-6845D5E30030}" presName="childNode" presStyleLbl="node1" presStyleIdx="5" presStyleCnt="13" custScaleX="101220" custScaleY="2000000" custLinFactY="-1534840" custLinFactNeighborX="3295" custLinFactNeighborY="-1600000">
        <dgm:presLayoutVars>
          <dgm:bulletEnabled val="1"/>
        </dgm:presLayoutVars>
      </dgm:prSet>
      <dgm:spPr/>
    </dgm:pt>
    <dgm:pt modelId="{ED2BCF0D-7B45-468C-91AD-52E4EEE63C8E}" type="pres">
      <dgm:prSet presAssocID="{5670A6E8-41F2-4149-8A20-4F6FCFBB893E}" presName="aSpace" presStyleCnt="0"/>
      <dgm:spPr/>
    </dgm:pt>
    <dgm:pt modelId="{BF321E65-C019-4B3A-8E51-F12A0D3F0C35}" type="pres">
      <dgm:prSet presAssocID="{F4D2CD80-DC35-4B73-921B-09062825811B}" presName="compNode" presStyleCnt="0"/>
      <dgm:spPr/>
    </dgm:pt>
    <dgm:pt modelId="{D51CB4DF-BF7E-432F-9E91-5862FB00056F}" type="pres">
      <dgm:prSet presAssocID="{F4D2CD80-DC35-4B73-921B-09062825811B}" presName="aNode" presStyleLbl="bgShp" presStyleIdx="1" presStyleCnt="3" custScaleX="283888" custLinFactNeighborX="1729" custLinFactNeighborY="0"/>
      <dgm:spPr/>
    </dgm:pt>
    <dgm:pt modelId="{8AE2A781-2D4F-442E-8E30-A36A2880F56C}" type="pres">
      <dgm:prSet presAssocID="{F4D2CD80-DC35-4B73-921B-09062825811B}" presName="textNode" presStyleLbl="bgShp" presStyleIdx="1" presStyleCnt="3"/>
      <dgm:spPr/>
    </dgm:pt>
    <dgm:pt modelId="{4192DF16-0596-4C83-8FFB-4123FBA8CBA3}" type="pres">
      <dgm:prSet presAssocID="{F4D2CD80-DC35-4B73-921B-09062825811B}" presName="compChildNode" presStyleCnt="0"/>
      <dgm:spPr/>
    </dgm:pt>
    <dgm:pt modelId="{13302875-0BA9-4634-A2F0-F09AD2EB270C}" type="pres">
      <dgm:prSet presAssocID="{F4D2CD80-DC35-4B73-921B-09062825811B}" presName="theInnerList" presStyleCnt="0"/>
      <dgm:spPr/>
    </dgm:pt>
    <dgm:pt modelId="{2BE19122-D66D-4BAB-A043-30A4DB4862A8}" type="pres">
      <dgm:prSet presAssocID="{45AF5AE5-245C-491E-A0CD-C127630AFEE5}" presName="childNode" presStyleLbl="node1" presStyleIdx="6" presStyleCnt="13" custScaleX="335869" custScaleY="2000000" custLinFactY="-2877571" custLinFactNeighborX="2426" custLinFactNeighborY="-2900000">
        <dgm:presLayoutVars>
          <dgm:bulletEnabled val="1"/>
        </dgm:presLayoutVars>
      </dgm:prSet>
      <dgm:spPr/>
    </dgm:pt>
    <dgm:pt modelId="{2A010629-6FDA-48E9-9B77-CDD59A84ECAD}" type="pres">
      <dgm:prSet presAssocID="{45AF5AE5-245C-491E-A0CD-C127630AFEE5}" presName="aSpace2" presStyleCnt="0"/>
      <dgm:spPr/>
    </dgm:pt>
    <dgm:pt modelId="{6CF422CF-AC8B-4086-B9FA-9D723DA63CAA}" type="pres">
      <dgm:prSet presAssocID="{CFB7A3F7-405F-4868-A726-004F94E2C289}" presName="childNode" presStyleLbl="node1" presStyleIdx="7" presStyleCnt="13" custScaleX="335206" custScaleY="2000000" custLinFactY="-2500000" custLinFactNeighborX="0" custLinFactNeighborY="-2568535">
        <dgm:presLayoutVars>
          <dgm:bulletEnabled val="1"/>
        </dgm:presLayoutVars>
      </dgm:prSet>
      <dgm:spPr/>
    </dgm:pt>
    <dgm:pt modelId="{1EE25E76-4DC8-48F3-A818-7917B6FD1C87}" type="pres">
      <dgm:prSet presAssocID="{CFB7A3F7-405F-4868-A726-004F94E2C289}" presName="aSpace2" presStyleCnt="0"/>
      <dgm:spPr/>
    </dgm:pt>
    <dgm:pt modelId="{638C71F2-CB9F-4461-8DDF-9D794C9F431A}" type="pres">
      <dgm:prSet presAssocID="{136046CB-F1A2-4DA5-8C4C-F08DD57A4494}" presName="childNode" presStyleLbl="node1" presStyleIdx="8" presStyleCnt="13" custScaleX="340386" custScaleY="2000000" custLinFactY="-1132176" custLinFactNeighborX="-3008" custLinFactNeighborY="-1200000">
        <dgm:presLayoutVars>
          <dgm:bulletEnabled val="1"/>
        </dgm:presLayoutVars>
      </dgm:prSet>
      <dgm:spPr/>
    </dgm:pt>
    <dgm:pt modelId="{063D96C2-0701-4982-86BE-9AE3E9D7DF3A}" type="pres">
      <dgm:prSet presAssocID="{136046CB-F1A2-4DA5-8C4C-F08DD57A4494}" presName="aSpace2" presStyleCnt="0"/>
      <dgm:spPr/>
    </dgm:pt>
    <dgm:pt modelId="{08EC7682-D490-4C46-A3D6-5A45F4B4E464}" type="pres">
      <dgm:prSet presAssocID="{949D7647-63EA-43D2-ABD9-CE672E13E4B5}" presName="childNode" presStyleLbl="node1" presStyleIdx="9" presStyleCnt="13" custScaleX="340386" custScaleY="2000000" custLinFactY="-964086" custLinFactNeighborX="-3008" custLinFactNeighborY="-1000000">
        <dgm:presLayoutVars>
          <dgm:bulletEnabled val="1"/>
        </dgm:presLayoutVars>
      </dgm:prSet>
      <dgm:spPr/>
    </dgm:pt>
    <dgm:pt modelId="{5521477D-A4C5-40B4-A6F2-EDDDF9237551}" type="pres">
      <dgm:prSet presAssocID="{F4D2CD80-DC35-4B73-921B-09062825811B}" presName="aSpace" presStyleCnt="0"/>
      <dgm:spPr/>
    </dgm:pt>
    <dgm:pt modelId="{25DB8493-1745-46C1-A6ED-DB1E2F77C320}" type="pres">
      <dgm:prSet presAssocID="{08DBBAD5-8C70-47EF-A41A-C6536017D9CD}" presName="compNode" presStyleCnt="0"/>
      <dgm:spPr/>
    </dgm:pt>
    <dgm:pt modelId="{CBF1230A-4E05-48F2-A53D-9D0A355B4D64}" type="pres">
      <dgm:prSet presAssocID="{08DBBAD5-8C70-47EF-A41A-C6536017D9CD}" presName="aNode" presStyleLbl="bgShp" presStyleIdx="2" presStyleCnt="3" custLinFactNeighborX="39176"/>
      <dgm:spPr/>
    </dgm:pt>
    <dgm:pt modelId="{8B074202-E8E9-49C5-AFEC-20DCC6F8BED0}" type="pres">
      <dgm:prSet presAssocID="{08DBBAD5-8C70-47EF-A41A-C6536017D9CD}" presName="textNode" presStyleLbl="bgShp" presStyleIdx="2" presStyleCnt="3"/>
      <dgm:spPr/>
    </dgm:pt>
    <dgm:pt modelId="{F85997B6-748C-465C-8A3C-E1A85CCBC98D}" type="pres">
      <dgm:prSet presAssocID="{08DBBAD5-8C70-47EF-A41A-C6536017D9CD}" presName="compChildNode" presStyleCnt="0"/>
      <dgm:spPr/>
    </dgm:pt>
    <dgm:pt modelId="{3FCE3212-10E7-40E9-9701-AB29B2102D90}" type="pres">
      <dgm:prSet presAssocID="{08DBBAD5-8C70-47EF-A41A-C6536017D9CD}" presName="theInnerList" presStyleCnt="0"/>
      <dgm:spPr/>
    </dgm:pt>
    <dgm:pt modelId="{F215D44F-EE59-4F16-875C-0847BC8BFF2D}" type="pres">
      <dgm:prSet presAssocID="{76B9CAEE-5D7F-4FBB-B26A-A239AA0F5EF0}" presName="childNode" presStyleLbl="node1" presStyleIdx="10" presStyleCnt="13" custScaleY="2000000" custLinFactY="-1628220" custLinFactNeighborX="-2445" custLinFactNeighborY="-1700000">
        <dgm:presLayoutVars>
          <dgm:bulletEnabled val="1"/>
        </dgm:presLayoutVars>
      </dgm:prSet>
      <dgm:spPr/>
    </dgm:pt>
    <dgm:pt modelId="{CFBE71FB-82D3-4A8B-85A6-845FA833B38E}" type="pres">
      <dgm:prSet presAssocID="{76B9CAEE-5D7F-4FBB-B26A-A239AA0F5EF0}" presName="aSpace2" presStyleCnt="0"/>
      <dgm:spPr/>
    </dgm:pt>
    <dgm:pt modelId="{8E6E4666-1206-4731-803C-C46D0892B69C}" type="pres">
      <dgm:prSet presAssocID="{97E18FBF-C991-4F3B-85E8-3FACE5202971}" presName="childNode" presStyleLbl="node1" presStyleIdx="11" presStyleCnt="13" custScaleY="2000000" custLinFactY="-1118404" custLinFactNeighborX="-101" custLinFactNeighborY="-1200000">
        <dgm:presLayoutVars>
          <dgm:bulletEnabled val="1"/>
        </dgm:presLayoutVars>
      </dgm:prSet>
      <dgm:spPr/>
    </dgm:pt>
    <dgm:pt modelId="{B1F6DFBE-905D-4B8B-8D8C-75E504D03FD0}" type="pres">
      <dgm:prSet presAssocID="{97E18FBF-C991-4F3B-85E8-3FACE5202971}" presName="aSpace2" presStyleCnt="0"/>
      <dgm:spPr/>
    </dgm:pt>
    <dgm:pt modelId="{F81F027D-5301-4F13-8CEC-C5799152DE01}" type="pres">
      <dgm:prSet presAssocID="{0F2BD5DF-0E24-42D5-9B50-E6102B728831}" presName="childNode" presStyleLbl="node1" presStyleIdx="12" presStyleCnt="13" custScaleY="1613890" custLinFactY="-476474" custLinFactNeighborX="5712" custLinFactNeighborY="-500000">
        <dgm:presLayoutVars>
          <dgm:bulletEnabled val="1"/>
        </dgm:presLayoutVars>
      </dgm:prSet>
      <dgm:spPr/>
    </dgm:pt>
  </dgm:ptLst>
  <dgm:cxnLst>
    <dgm:cxn modelId="{10658A06-A70A-441A-854F-154C73DA1D13}" type="presOf" srcId="{17C2CAEB-0369-49A6-9886-2C120403C5CA}" destId="{C5971D33-517B-4BCB-B163-4E8CEB9BE18A}" srcOrd="0" destOrd="0" presId="urn:microsoft.com/office/officeart/2005/8/layout/lProcess2"/>
    <dgm:cxn modelId="{A3EEAC09-A126-4A73-859D-F65ABF7E3064}" srcId="{08DBBAD5-8C70-47EF-A41A-C6536017D9CD}" destId="{0F2BD5DF-0E24-42D5-9B50-E6102B728831}" srcOrd="2" destOrd="0" parTransId="{48BC851F-D5C7-4551-A64A-7742D2CC8DE0}" sibTransId="{B229818C-7854-47CC-907A-60610A4ECAE5}"/>
    <dgm:cxn modelId="{0BA42B13-5AA2-438A-9810-580E7BA5D956}" srcId="{F4D2CD80-DC35-4B73-921B-09062825811B}" destId="{949D7647-63EA-43D2-ABD9-CE672E13E4B5}" srcOrd="3" destOrd="0" parTransId="{95C84CD5-C894-4DAC-9F69-63B700695E15}" sibTransId="{97696300-8204-4694-BF95-3B3679C8EF51}"/>
    <dgm:cxn modelId="{67DE7C17-634C-43D4-86C2-05BB1A3C079F}" type="presOf" srcId="{BA5A939E-40B1-42EE-A303-5E776B1510A3}" destId="{696B2A9E-6473-466E-A05E-9E6185D25812}" srcOrd="0" destOrd="0" presId="urn:microsoft.com/office/officeart/2005/8/layout/lProcess2"/>
    <dgm:cxn modelId="{10F5E41E-2B7C-4A01-9300-1B04714999FB}" type="presOf" srcId="{08DBBAD5-8C70-47EF-A41A-C6536017D9CD}" destId="{8B074202-E8E9-49C5-AFEC-20DCC6F8BED0}" srcOrd="1" destOrd="0" presId="urn:microsoft.com/office/officeart/2005/8/layout/lProcess2"/>
    <dgm:cxn modelId="{A4444031-9402-4A05-9D4A-811E412CB45C}" srcId="{F4D2CD80-DC35-4B73-921B-09062825811B}" destId="{45AF5AE5-245C-491E-A0CD-C127630AFEE5}" srcOrd="0" destOrd="0" parTransId="{064EA31C-137D-4B70-8CE5-42C77BFF82A4}" sibTransId="{A3082CF4-0C88-4317-B940-6059E1DE9AB8}"/>
    <dgm:cxn modelId="{AA18C531-EFD1-4D50-8F64-9E7A706C0E20}" srcId="{17C2CAEB-0369-49A6-9886-2C120403C5CA}" destId="{08DBBAD5-8C70-47EF-A41A-C6536017D9CD}" srcOrd="2" destOrd="0" parTransId="{E764B0F8-370E-4258-B5D3-B5F5876A705E}" sibTransId="{DC37E7A8-5520-4731-950D-F0A39CD1ECBB}"/>
    <dgm:cxn modelId="{2EC5A43C-86BD-4D3F-9A8F-3EAC3D793F71}" srcId="{F4D2CD80-DC35-4B73-921B-09062825811B}" destId="{136046CB-F1A2-4DA5-8C4C-F08DD57A4494}" srcOrd="2" destOrd="0" parTransId="{A3D2FCEA-907B-4F98-A44F-26A32D9844C7}" sibTransId="{07168C54-D847-49B2-B1D0-9BA2E5A2A80D}"/>
    <dgm:cxn modelId="{AE27B561-4723-4C33-BDE9-9C231F2A66CF}" type="presOf" srcId="{341F4BAD-0AE8-4A97-891A-C726E5D21BA5}" destId="{063901E6-7A75-4FA5-BD49-E8BC8F727751}" srcOrd="0" destOrd="0" presId="urn:microsoft.com/office/officeart/2005/8/layout/lProcess2"/>
    <dgm:cxn modelId="{EC1EA864-6108-48C1-A7AC-E6049D698402}" srcId="{17C2CAEB-0369-49A6-9886-2C120403C5CA}" destId="{F4D2CD80-DC35-4B73-921B-09062825811B}" srcOrd="1" destOrd="0" parTransId="{9EC44FB5-F961-4999-963B-02E9020AF876}" sibTransId="{D7A26DCC-ECFD-4B50-91F7-D85E72758CAA}"/>
    <dgm:cxn modelId="{D9C2CC45-E94A-405A-807A-B21CA1D8ADBC}" srcId="{5670A6E8-41F2-4149-8A20-4F6FCFBB893E}" destId="{BA5A939E-40B1-42EE-A303-5E776B1510A3}" srcOrd="0" destOrd="0" parTransId="{24015C58-55A2-4A63-8982-696EE78FF1BE}" sibTransId="{BCDF4A36-A025-4A2C-B5AD-7240878F4328}"/>
    <dgm:cxn modelId="{B75C5B4A-232E-4B68-BCAC-69185B5BED7B}" type="presOf" srcId="{DEC9DF33-E9E0-46EA-8560-47DEA6E862A3}" destId="{85EC8B2E-05F9-434D-951B-B7ACA0F47892}" srcOrd="0" destOrd="0" presId="urn:microsoft.com/office/officeart/2005/8/layout/lProcess2"/>
    <dgm:cxn modelId="{FBEA504D-0CAB-497C-874B-39621B67B7C2}" srcId="{08DBBAD5-8C70-47EF-A41A-C6536017D9CD}" destId="{97E18FBF-C991-4F3B-85E8-3FACE5202971}" srcOrd="1" destOrd="0" parTransId="{BE50ABEC-03F6-4960-8CE2-9BADF9F0BCB2}" sibTransId="{90BA60F7-2D32-448D-99EB-4068B916AD75}"/>
    <dgm:cxn modelId="{50802C58-1F35-487C-BEB7-7E3F371CCAF8}" type="presOf" srcId="{5670A6E8-41F2-4149-8A20-4F6FCFBB893E}" destId="{8DA273BD-6883-472C-ABD1-73308A6E296E}" srcOrd="1" destOrd="0" presId="urn:microsoft.com/office/officeart/2005/8/layout/lProcess2"/>
    <dgm:cxn modelId="{C2459959-47E0-413B-9942-C882D71F6917}" type="presOf" srcId="{5697F33B-F1C9-42CF-B5F7-94F9A178AF63}" destId="{2EF23C5B-9884-4744-8F05-791E244B7224}" srcOrd="0" destOrd="0" presId="urn:microsoft.com/office/officeart/2005/8/layout/lProcess2"/>
    <dgm:cxn modelId="{7D515085-12DA-4A49-8E83-5D40860A9A52}" type="presOf" srcId="{97E18FBF-C991-4F3B-85E8-3FACE5202971}" destId="{8E6E4666-1206-4731-803C-C46D0892B69C}" srcOrd="0" destOrd="0" presId="urn:microsoft.com/office/officeart/2005/8/layout/lProcess2"/>
    <dgm:cxn modelId="{9F27AC85-B124-45D7-86D8-09544082E9AD}" srcId="{5670A6E8-41F2-4149-8A20-4F6FCFBB893E}" destId="{341F4BAD-0AE8-4A97-891A-C726E5D21BA5}" srcOrd="3" destOrd="0" parTransId="{64817451-608B-49A4-ACA6-01FECED72C39}" sibTransId="{E9F9F8AE-9751-4AF4-9EA0-CD8BCAFEC663}"/>
    <dgm:cxn modelId="{CB8C0086-E607-40C6-8BDC-8C6D6E23A0FA}" type="presOf" srcId="{949D7647-63EA-43D2-ABD9-CE672E13E4B5}" destId="{08EC7682-D490-4C46-A3D6-5A45F4B4E464}" srcOrd="0" destOrd="0" presId="urn:microsoft.com/office/officeart/2005/8/layout/lProcess2"/>
    <dgm:cxn modelId="{27D83686-4315-4580-A2CA-A024BDF890EE}" type="presOf" srcId="{F4D2CD80-DC35-4B73-921B-09062825811B}" destId="{8AE2A781-2D4F-442E-8E30-A36A2880F56C}" srcOrd="1" destOrd="0" presId="urn:microsoft.com/office/officeart/2005/8/layout/lProcess2"/>
    <dgm:cxn modelId="{90080D99-7354-4976-8658-6F6C9B6B4DE4}" type="presOf" srcId="{45AF5AE5-245C-491E-A0CD-C127630AFEE5}" destId="{2BE19122-D66D-4BAB-A043-30A4DB4862A8}" srcOrd="0" destOrd="0" presId="urn:microsoft.com/office/officeart/2005/8/layout/lProcess2"/>
    <dgm:cxn modelId="{D452459D-445C-4314-8157-ED51DA23D660}" type="presOf" srcId="{C16AD01A-D790-4C63-8498-6845D5E30030}" destId="{83955738-21F7-43E1-BEB8-70DF83372F0C}" srcOrd="0" destOrd="0" presId="urn:microsoft.com/office/officeart/2005/8/layout/lProcess2"/>
    <dgm:cxn modelId="{B215D09D-DB96-49F9-91A6-68557E177C24}" srcId="{5670A6E8-41F2-4149-8A20-4F6FCFBB893E}" destId="{5697F33B-F1C9-42CF-B5F7-94F9A178AF63}" srcOrd="4" destOrd="0" parTransId="{0C0F9E49-B940-4431-88AA-6ADC01B5894A}" sibTransId="{C3E2ECEF-E21C-4EA6-93C0-A7CAD7CC4742}"/>
    <dgm:cxn modelId="{B2192FAC-F456-4D8A-BCED-1DF67809E757}" type="presOf" srcId="{136046CB-F1A2-4DA5-8C4C-F08DD57A4494}" destId="{638C71F2-CB9F-4461-8DDF-9D794C9F431A}" srcOrd="0" destOrd="0" presId="urn:microsoft.com/office/officeart/2005/8/layout/lProcess2"/>
    <dgm:cxn modelId="{DE5D55B7-5750-4466-AED2-BFE76C56738C}" type="presOf" srcId="{CFB7A3F7-405F-4868-A726-004F94E2C289}" destId="{6CF422CF-AC8B-4086-B9FA-9D723DA63CAA}" srcOrd="0" destOrd="0" presId="urn:microsoft.com/office/officeart/2005/8/layout/lProcess2"/>
    <dgm:cxn modelId="{D9E6C5BE-A7EB-4131-B9AC-A87DFE0FEE63}" srcId="{17C2CAEB-0369-49A6-9886-2C120403C5CA}" destId="{5670A6E8-41F2-4149-8A20-4F6FCFBB893E}" srcOrd="0" destOrd="0" parTransId="{C7E2C22F-5206-4A47-9099-F320C4809282}" sibTransId="{610E8A28-CEA8-46F3-8FBC-28551E867A34}"/>
    <dgm:cxn modelId="{70E8EDC5-FBED-460C-A51E-F934F79F3D84}" type="presOf" srcId="{08DBBAD5-8C70-47EF-A41A-C6536017D9CD}" destId="{CBF1230A-4E05-48F2-A53D-9D0A355B4D64}" srcOrd="0" destOrd="0" presId="urn:microsoft.com/office/officeart/2005/8/layout/lProcess2"/>
    <dgm:cxn modelId="{A7448CCA-96F5-45E5-A7E8-674D1AFA4E49}" srcId="{5670A6E8-41F2-4149-8A20-4F6FCFBB893E}" destId="{0A980748-271C-47F4-8802-37D262A34389}" srcOrd="1" destOrd="0" parTransId="{DCDE7172-87DE-4163-90B7-6D0F4CEC5C58}" sibTransId="{0B11B6DE-16A0-4D97-8F41-AA47C2014146}"/>
    <dgm:cxn modelId="{980612CB-B24E-43A6-A504-730C0DCB35F5}" type="presOf" srcId="{0A980748-271C-47F4-8802-37D262A34389}" destId="{EAA27A26-615F-46A4-A3BA-95EC43821776}" srcOrd="0" destOrd="0" presId="urn:microsoft.com/office/officeart/2005/8/layout/lProcess2"/>
    <dgm:cxn modelId="{A3D1C3CD-4B4C-4C5D-99DC-171B5AF10882}" type="presOf" srcId="{F4D2CD80-DC35-4B73-921B-09062825811B}" destId="{D51CB4DF-BF7E-432F-9E91-5862FB00056F}" srcOrd="0" destOrd="0" presId="urn:microsoft.com/office/officeart/2005/8/layout/lProcess2"/>
    <dgm:cxn modelId="{7DCF52D2-9860-4CC5-B953-0D9770CA011C}" srcId="{08DBBAD5-8C70-47EF-A41A-C6536017D9CD}" destId="{76B9CAEE-5D7F-4FBB-B26A-A239AA0F5EF0}" srcOrd="0" destOrd="0" parTransId="{5AE15D45-DA87-4147-B359-3C529AFB89A5}" sibTransId="{EA91225A-B7D2-47E0-A9D3-4509BF60B5C2}"/>
    <dgm:cxn modelId="{DF6A5EDB-511F-4260-A672-ED7F0EDC55DD}" srcId="{F4D2CD80-DC35-4B73-921B-09062825811B}" destId="{CFB7A3F7-405F-4868-A726-004F94E2C289}" srcOrd="1" destOrd="0" parTransId="{61851960-26BB-400F-9CC4-F483828C49E0}" sibTransId="{6F6BA2F9-6EC0-411D-8474-0C106417C042}"/>
    <dgm:cxn modelId="{26573DE4-3ACC-40F4-85AF-5E750B77DF2E}" type="presOf" srcId="{0F2BD5DF-0E24-42D5-9B50-E6102B728831}" destId="{F81F027D-5301-4F13-8CEC-C5799152DE01}" srcOrd="0" destOrd="0" presId="urn:microsoft.com/office/officeart/2005/8/layout/lProcess2"/>
    <dgm:cxn modelId="{EB37DEE8-4497-4C86-94A2-390C0DD6A4F5}" type="presOf" srcId="{76B9CAEE-5D7F-4FBB-B26A-A239AA0F5EF0}" destId="{F215D44F-EE59-4F16-875C-0847BC8BFF2D}" srcOrd="0" destOrd="0" presId="urn:microsoft.com/office/officeart/2005/8/layout/lProcess2"/>
    <dgm:cxn modelId="{3EDCB0F1-06B7-4A62-B57C-313EC3619D7B}" srcId="{5670A6E8-41F2-4149-8A20-4F6FCFBB893E}" destId="{C16AD01A-D790-4C63-8498-6845D5E30030}" srcOrd="5" destOrd="0" parTransId="{86356E57-34FF-43DD-B390-1F88C0DF695F}" sibTransId="{3B6B1B34-9DDA-4E71-9607-D8AE7AEFBB78}"/>
    <dgm:cxn modelId="{DA3A17F3-667D-4B6A-920E-E70D57A8D264}" type="presOf" srcId="{5670A6E8-41F2-4149-8A20-4F6FCFBB893E}" destId="{2C99D809-D64A-45DB-91C6-413BB3981887}" srcOrd="0" destOrd="0" presId="urn:microsoft.com/office/officeart/2005/8/layout/lProcess2"/>
    <dgm:cxn modelId="{96073AF8-B897-462B-BB2D-9CA5D34533A1}" srcId="{5670A6E8-41F2-4149-8A20-4F6FCFBB893E}" destId="{DEC9DF33-E9E0-46EA-8560-47DEA6E862A3}" srcOrd="2" destOrd="0" parTransId="{666BEC2D-1FFE-43D0-A142-42A9BC6FA2C6}" sibTransId="{7A748731-3302-4927-B6DA-0F1C39D7E3C6}"/>
    <dgm:cxn modelId="{72BBFAE0-EC5F-49B3-834B-24B36A46FD3A}" type="presParOf" srcId="{C5971D33-517B-4BCB-B163-4E8CEB9BE18A}" destId="{C142A0ED-845C-4C38-8EC2-ED36656EE98D}" srcOrd="0" destOrd="0" presId="urn:microsoft.com/office/officeart/2005/8/layout/lProcess2"/>
    <dgm:cxn modelId="{3916AC36-8197-416F-B38A-B179687EAB92}" type="presParOf" srcId="{C142A0ED-845C-4C38-8EC2-ED36656EE98D}" destId="{2C99D809-D64A-45DB-91C6-413BB3981887}" srcOrd="0" destOrd="0" presId="urn:microsoft.com/office/officeart/2005/8/layout/lProcess2"/>
    <dgm:cxn modelId="{7D1AF81B-2489-45A2-8EC1-DB3A959D9B6C}" type="presParOf" srcId="{C142A0ED-845C-4C38-8EC2-ED36656EE98D}" destId="{8DA273BD-6883-472C-ABD1-73308A6E296E}" srcOrd="1" destOrd="0" presId="urn:microsoft.com/office/officeart/2005/8/layout/lProcess2"/>
    <dgm:cxn modelId="{6BA06C57-66D8-43F4-BB34-A60D4A169280}" type="presParOf" srcId="{C142A0ED-845C-4C38-8EC2-ED36656EE98D}" destId="{1DB7EC73-E461-46A2-A670-2D955094DC1C}" srcOrd="2" destOrd="0" presId="urn:microsoft.com/office/officeart/2005/8/layout/lProcess2"/>
    <dgm:cxn modelId="{0BD455D2-F822-4DFF-9C5F-37BABBFDA7C4}" type="presParOf" srcId="{1DB7EC73-E461-46A2-A670-2D955094DC1C}" destId="{0F51EF8B-AB1F-442C-A49E-F69638C7ECC3}" srcOrd="0" destOrd="0" presId="urn:microsoft.com/office/officeart/2005/8/layout/lProcess2"/>
    <dgm:cxn modelId="{B6DF5428-5437-4C01-B36B-833EACA332EE}" type="presParOf" srcId="{0F51EF8B-AB1F-442C-A49E-F69638C7ECC3}" destId="{696B2A9E-6473-466E-A05E-9E6185D25812}" srcOrd="0" destOrd="0" presId="urn:microsoft.com/office/officeart/2005/8/layout/lProcess2"/>
    <dgm:cxn modelId="{51FAE731-4FC8-43CF-95DC-61E35FE102A6}" type="presParOf" srcId="{0F51EF8B-AB1F-442C-A49E-F69638C7ECC3}" destId="{C313FDE8-68EE-47FF-B5D2-65601A5FFB67}" srcOrd="1" destOrd="0" presId="urn:microsoft.com/office/officeart/2005/8/layout/lProcess2"/>
    <dgm:cxn modelId="{B33062CA-9412-4DC6-8420-CC1B6477F84F}" type="presParOf" srcId="{0F51EF8B-AB1F-442C-A49E-F69638C7ECC3}" destId="{EAA27A26-615F-46A4-A3BA-95EC43821776}" srcOrd="2" destOrd="0" presId="urn:microsoft.com/office/officeart/2005/8/layout/lProcess2"/>
    <dgm:cxn modelId="{B04094BD-9DD3-4BEB-A97D-B62EAA2BE656}" type="presParOf" srcId="{0F51EF8B-AB1F-442C-A49E-F69638C7ECC3}" destId="{AF53E8E7-DD59-4FF4-8F10-2BE0C7A2A8FD}" srcOrd="3" destOrd="0" presId="urn:microsoft.com/office/officeart/2005/8/layout/lProcess2"/>
    <dgm:cxn modelId="{6FA08ABD-2DFB-4BA1-BC9C-1869249BFF3E}" type="presParOf" srcId="{0F51EF8B-AB1F-442C-A49E-F69638C7ECC3}" destId="{85EC8B2E-05F9-434D-951B-B7ACA0F47892}" srcOrd="4" destOrd="0" presId="urn:microsoft.com/office/officeart/2005/8/layout/lProcess2"/>
    <dgm:cxn modelId="{6EE7EB36-7BFC-4231-958D-C4E4C5EF9EDD}" type="presParOf" srcId="{0F51EF8B-AB1F-442C-A49E-F69638C7ECC3}" destId="{D54ECB95-291B-406C-8759-521AE4B0250D}" srcOrd="5" destOrd="0" presId="urn:microsoft.com/office/officeart/2005/8/layout/lProcess2"/>
    <dgm:cxn modelId="{9C558CA4-8846-42D0-BF66-93E42D9E4637}" type="presParOf" srcId="{0F51EF8B-AB1F-442C-A49E-F69638C7ECC3}" destId="{063901E6-7A75-4FA5-BD49-E8BC8F727751}" srcOrd="6" destOrd="0" presId="urn:microsoft.com/office/officeart/2005/8/layout/lProcess2"/>
    <dgm:cxn modelId="{43BE51A4-70B1-4F7F-9F4D-EF5270BC867E}" type="presParOf" srcId="{0F51EF8B-AB1F-442C-A49E-F69638C7ECC3}" destId="{6BF2EC59-43E7-4BF3-A620-617C356A73C8}" srcOrd="7" destOrd="0" presId="urn:microsoft.com/office/officeart/2005/8/layout/lProcess2"/>
    <dgm:cxn modelId="{59872F2D-0B53-4E28-B5BC-AD72142F52B9}" type="presParOf" srcId="{0F51EF8B-AB1F-442C-A49E-F69638C7ECC3}" destId="{2EF23C5B-9884-4744-8F05-791E244B7224}" srcOrd="8" destOrd="0" presId="urn:microsoft.com/office/officeart/2005/8/layout/lProcess2"/>
    <dgm:cxn modelId="{CF337A12-8AAC-4FC2-8A7B-1CB65BAF2105}" type="presParOf" srcId="{0F51EF8B-AB1F-442C-A49E-F69638C7ECC3}" destId="{95B98094-05BD-4E59-9E42-025A3596B42D}" srcOrd="9" destOrd="0" presId="urn:microsoft.com/office/officeart/2005/8/layout/lProcess2"/>
    <dgm:cxn modelId="{E0DDEF2C-DD9A-4A72-80C5-73AE59C5A032}" type="presParOf" srcId="{0F51EF8B-AB1F-442C-A49E-F69638C7ECC3}" destId="{83955738-21F7-43E1-BEB8-70DF83372F0C}" srcOrd="10" destOrd="0" presId="urn:microsoft.com/office/officeart/2005/8/layout/lProcess2"/>
    <dgm:cxn modelId="{E02A6578-4232-479C-A013-547356F8D2DC}" type="presParOf" srcId="{C5971D33-517B-4BCB-B163-4E8CEB9BE18A}" destId="{ED2BCF0D-7B45-468C-91AD-52E4EEE63C8E}" srcOrd="1" destOrd="0" presId="urn:microsoft.com/office/officeart/2005/8/layout/lProcess2"/>
    <dgm:cxn modelId="{1B7AD2DF-8712-41F8-9ADE-9A0E08854163}" type="presParOf" srcId="{C5971D33-517B-4BCB-B163-4E8CEB9BE18A}" destId="{BF321E65-C019-4B3A-8E51-F12A0D3F0C35}" srcOrd="2" destOrd="0" presId="urn:microsoft.com/office/officeart/2005/8/layout/lProcess2"/>
    <dgm:cxn modelId="{8D18A073-E986-4961-B885-19CFDA75C4AF}" type="presParOf" srcId="{BF321E65-C019-4B3A-8E51-F12A0D3F0C35}" destId="{D51CB4DF-BF7E-432F-9E91-5862FB00056F}" srcOrd="0" destOrd="0" presId="urn:microsoft.com/office/officeart/2005/8/layout/lProcess2"/>
    <dgm:cxn modelId="{2A791766-19E5-4AD2-BDA5-9AB4C7DDF63C}" type="presParOf" srcId="{BF321E65-C019-4B3A-8E51-F12A0D3F0C35}" destId="{8AE2A781-2D4F-442E-8E30-A36A2880F56C}" srcOrd="1" destOrd="0" presId="urn:microsoft.com/office/officeart/2005/8/layout/lProcess2"/>
    <dgm:cxn modelId="{231172AA-A07E-4C64-ABB8-418869D5B156}" type="presParOf" srcId="{BF321E65-C019-4B3A-8E51-F12A0D3F0C35}" destId="{4192DF16-0596-4C83-8FFB-4123FBA8CBA3}" srcOrd="2" destOrd="0" presId="urn:microsoft.com/office/officeart/2005/8/layout/lProcess2"/>
    <dgm:cxn modelId="{166FDB23-D64A-4DF2-9C56-543917760EDA}" type="presParOf" srcId="{4192DF16-0596-4C83-8FFB-4123FBA8CBA3}" destId="{13302875-0BA9-4634-A2F0-F09AD2EB270C}" srcOrd="0" destOrd="0" presId="urn:microsoft.com/office/officeart/2005/8/layout/lProcess2"/>
    <dgm:cxn modelId="{A2EBB402-A800-47F5-8479-94892B241F12}" type="presParOf" srcId="{13302875-0BA9-4634-A2F0-F09AD2EB270C}" destId="{2BE19122-D66D-4BAB-A043-30A4DB4862A8}" srcOrd="0" destOrd="0" presId="urn:microsoft.com/office/officeart/2005/8/layout/lProcess2"/>
    <dgm:cxn modelId="{6F29F0C6-2C33-42A8-96F4-E1AB6DAEA5A6}" type="presParOf" srcId="{13302875-0BA9-4634-A2F0-F09AD2EB270C}" destId="{2A010629-6FDA-48E9-9B77-CDD59A84ECAD}" srcOrd="1" destOrd="0" presId="urn:microsoft.com/office/officeart/2005/8/layout/lProcess2"/>
    <dgm:cxn modelId="{5E242A09-6D89-4B54-9927-CAE08F8C2222}" type="presParOf" srcId="{13302875-0BA9-4634-A2F0-F09AD2EB270C}" destId="{6CF422CF-AC8B-4086-B9FA-9D723DA63CAA}" srcOrd="2" destOrd="0" presId="urn:microsoft.com/office/officeart/2005/8/layout/lProcess2"/>
    <dgm:cxn modelId="{66047BFD-4E67-4330-B3E8-B15294E07BA5}" type="presParOf" srcId="{13302875-0BA9-4634-A2F0-F09AD2EB270C}" destId="{1EE25E76-4DC8-48F3-A818-7917B6FD1C87}" srcOrd="3" destOrd="0" presId="urn:microsoft.com/office/officeart/2005/8/layout/lProcess2"/>
    <dgm:cxn modelId="{758E25DA-D834-48BC-B875-5475607E38AA}" type="presParOf" srcId="{13302875-0BA9-4634-A2F0-F09AD2EB270C}" destId="{638C71F2-CB9F-4461-8DDF-9D794C9F431A}" srcOrd="4" destOrd="0" presId="urn:microsoft.com/office/officeart/2005/8/layout/lProcess2"/>
    <dgm:cxn modelId="{B5D3FFEA-1F99-49DB-AABE-C3CAAE20D21C}" type="presParOf" srcId="{13302875-0BA9-4634-A2F0-F09AD2EB270C}" destId="{063D96C2-0701-4982-86BE-9AE3E9D7DF3A}" srcOrd="5" destOrd="0" presId="urn:microsoft.com/office/officeart/2005/8/layout/lProcess2"/>
    <dgm:cxn modelId="{D4CA4901-A409-46B4-A2E8-E46584B5643A}" type="presParOf" srcId="{13302875-0BA9-4634-A2F0-F09AD2EB270C}" destId="{08EC7682-D490-4C46-A3D6-5A45F4B4E464}" srcOrd="6" destOrd="0" presId="urn:microsoft.com/office/officeart/2005/8/layout/lProcess2"/>
    <dgm:cxn modelId="{0BDE3C7D-B52D-473D-8B48-D4327CE60D29}" type="presParOf" srcId="{C5971D33-517B-4BCB-B163-4E8CEB9BE18A}" destId="{5521477D-A4C5-40B4-A6F2-EDDDF9237551}" srcOrd="3" destOrd="0" presId="urn:microsoft.com/office/officeart/2005/8/layout/lProcess2"/>
    <dgm:cxn modelId="{9B1E0D39-F038-4480-B797-8EB58D6F98D9}" type="presParOf" srcId="{C5971D33-517B-4BCB-B163-4E8CEB9BE18A}" destId="{25DB8493-1745-46C1-A6ED-DB1E2F77C320}" srcOrd="4" destOrd="0" presId="urn:microsoft.com/office/officeart/2005/8/layout/lProcess2"/>
    <dgm:cxn modelId="{1491FBFA-1A1D-4C39-BFC1-C3B309D6BA64}" type="presParOf" srcId="{25DB8493-1745-46C1-A6ED-DB1E2F77C320}" destId="{CBF1230A-4E05-48F2-A53D-9D0A355B4D64}" srcOrd="0" destOrd="0" presId="urn:microsoft.com/office/officeart/2005/8/layout/lProcess2"/>
    <dgm:cxn modelId="{CE95BF4C-060D-41CC-B185-CC3540026806}" type="presParOf" srcId="{25DB8493-1745-46C1-A6ED-DB1E2F77C320}" destId="{8B074202-E8E9-49C5-AFEC-20DCC6F8BED0}" srcOrd="1" destOrd="0" presId="urn:microsoft.com/office/officeart/2005/8/layout/lProcess2"/>
    <dgm:cxn modelId="{A8A45027-69D9-4A3A-B64F-FF949AB05C71}" type="presParOf" srcId="{25DB8493-1745-46C1-A6ED-DB1E2F77C320}" destId="{F85997B6-748C-465C-8A3C-E1A85CCBC98D}" srcOrd="2" destOrd="0" presId="urn:microsoft.com/office/officeart/2005/8/layout/lProcess2"/>
    <dgm:cxn modelId="{05A8AE68-6262-4B6F-84A2-94D6054A7045}" type="presParOf" srcId="{F85997B6-748C-465C-8A3C-E1A85CCBC98D}" destId="{3FCE3212-10E7-40E9-9701-AB29B2102D90}" srcOrd="0" destOrd="0" presId="urn:microsoft.com/office/officeart/2005/8/layout/lProcess2"/>
    <dgm:cxn modelId="{E1365DEE-42E3-4928-9B54-B2D68CB37C86}" type="presParOf" srcId="{3FCE3212-10E7-40E9-9701-AB29B2102D90}" destId="{F215D44F-EE59-4F16-875C-0847BC8BFF2D}" srcOrd="0" destOrd="0" presId="urn:microsoft.com/office/officeart/2005/8/layout/lProcess2"/>
    <dgm:cxn modelId="{B82BBA9E-19E1-4968-9A29-D3372BFACA48}" type="presParOf" srcId="{3FCE3212-10E7-40E9-9701-AB29B2102D90}" destId="{CFBE71FB-82D3-4A8B-85A6-845FA833B38E}" srcOrd="1" destOrd="0" presId="urn:microsoft.com/office/officeart/2005/8/layout/lProcess2"/>
    <dgm:cxn modelId="{8297ECF4-690A-4F36-9178-D3E006CE282E}" type="presParOf" srcId="{3FCE3212-10E7-40E9-9701-AB29B2102D90}" destId="{8E6E4666-1206-4731-803C-C46D0892B69C}" srcOrd="2" destOrd="0" presId="urn:microsoft.com/office/officeart/2005/8/layout/lProcess2"/>
    <dgm:cxn modelId="{F656C4E3-FC86-4719-8521-7893B4BE2651}" type="presParOf" srcId="{3FCE3212-10E7-40E9-9701-AB29B2102D90}" destId="{B1F6DFBE-905D-4B8B-8D8C-75E504D03FD0}" srcOrd="3" destOrd="0" presId="urn:microsoft.com/office/officeart/2005/8/layout/lProcess2"/>
    <dgm:cxn modelId="{C46FD3C1-1467-40EE-B600-F64B8F2862F6}" type="presParOf" srcId="{3FCE3212-10E7-40E9-9701-AB29B2102D90}" destId="{F81F027D-5301-4F13-8CEC-C5799152DE01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C2CAEB-0369-49A6-9886-2C120403C5CA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70A6E8-41F2-4149-8A20-4F6FCFBB893E}">
      <dgm:prSet phldrT="[Text]" custT="1"/>
      <dgm:spPr/>
      <dgm:t>
        <a:bodyPr/>
        <a:lstStyle/>
        <a:p>
          <a:r>
            <a:rPr lang="en-US" sz="1400" dirty="0"/>
            <a:t>left</a:t>
          </a:r>
        </a:p>
      </dgm:t>
    </dgm:pt>
    <dgm:pt modelId="{C7E2C22F-5206-4A47-9099-F320C4809282}" type="parTrans" cxnId="{D9E6C5BE-A7EB-4131-B9AC-A87DFE0FEE63}">
      <dgm:prSet/>
      <dgm:spPr/>
      <dgm:t>
        <a:bodyPr/>
        <a:lstStyle/>
        <a:p>
          <a:endParaRPr lang="en-US" sz="1400"/>
        </a:p>
      </dgm:t>
    </dgm:pt>
    <dgm:pt modelId="{610E8A28-CEA8-46F3-8FBC-28551E867A34}" type="sibTrans" cxnId="{D9E6C5BE-A7EB-4131-B9AC-A87DFE0FEE63}">
      <dgm:prSet/>
      <dgm:spPr/>
      <dgm:t>
        <a:bodyPr/>
        <a:lstStyle/>
        <a:p>
          <a:endParaRPr lang="en-US" sz="1400"/>
        </a:p>
      </dgm:t>
    </dgm:pt>
    <dgm:pt modelId="{F4D2CD80-DC35-4B73-921B-09062825811B}">
      <dgm:prSet phldrT="[Text]" custT="1"/>
      <dgm:spPr/>
      <dgm:t>
        <a:bodyPr/>
        <a:lstStyle/>
        <a:p>
          <a:r>
            <a:rPr lang="en-US" sz="1400" dirty="0"/>
            <a:t>Center</a:t>
          </a:r>
        </a:p>
      </dgm:t>
    </dgm:pt>
    <dgm:pt modelId="{9EC44FB5-F961-4999-963B-02E9020AF876}" type="parTrans" cxnId="{EC1EA864-6108-48C1-A7AC-E6049D698402}">
      <dgm:prSet/>
      <dgm:spPr/>
      <dgm:t>
        <a:bodyPr/>
        <a:lstStyle/>
        <a:p>
          <a:endParaRPr lang="en-US" sz="1400"/>
        </a:p>
      </dgm:t>
    </dgm:pt>
    <dgm:pt modelId="{D7A26DCC-ECFD-4B50-91F7-D85E72758CAA}" type="sibTrans" cxnId="{EC1EA864-6108-48C1-A7AC-E6049D698402}">
      <dgm:prSet/>
      <dgm:spPr/>
      <dgm:t>
        <a:bodyPr/>
        <a:lstStyle/>
        <a:p>
          <a:endParaRPr lang="en-US" sz="1400"/>
        </a:p>
      </dgm:t>
    </dgm:pt>
    <dgm:pt modelId="{45AF5AE5-245C-491E-A0CD-C127630AFEE5}">
      <dgm:prSet phldrT="[Text]" custT="1"/>
      <dgm:spPr/>
      <dgm:t>
        <a:bodyPr/>
        <a:lstStyle/>
        <a:p>
          <a:r>
            <a:rPr lang="en-US" sz="1400" dirty="0"/>
            <a:t>Experimentation &amp; Methodology</a:t>
          </a:r>
        </a:p>
      </dgm:t>
    </dgm:pt>
    <dgm:pt modelId="{064EA31C-137D-4B70-8CE5-42C77BFF82A4}" type="parTrans" cxnId="{A4444031-9402-4A05-9D4A-811E412CB45C}">
      <dgm:prSet/>
      <dgm:spPr/>
      <dgm:t>
        <a:bodyPr/>
        <a:lstStyle/>
        <a:p>
          <a:endParaRPr lang="en-US" sz="1400"/>
        </a:p>
      </dgm:t>
    </dgm:pt>
    <dgm:pt modelId="{A3082CF4-0C88-4317-B940-6059E1DE9AB8}" type="sibTrans" cxnId="{A4444031-9402-4A05-9D4A-811E412CB45C}">
      <dgm:prSet/>
      <dgm:spPr/>
      <dgm:t>
        <a:bodyPr/>
        <a:lstStyle/>
        <a:p>
          <a:endParaRPr lang="en-US" sz="1400"/>
        </a:p>
      </dgm:t>
    </dgm:pt>
    <dgm:pt modelId="{CFB7A3F7-405F-4868-A726-004F94E2C289}">
      <dgm:prSet phldrT="[Text]" custT="1"/>
      <dgm:spPr/>
      <dgm:t>
        <a:bodyPr/>
        <a:lstStyle/>
        <a:p>
          <a:r>
            <a:rPr lang="en-US" sz="1400" dirty="0"/>
            <a:t>Dataset description</a:t>
          </a:r>
        </a:p>
      </dgm:t>
    </dgm:pt>
    <dgm:pt modelId="{61851960-26BB-400F-9CC4-F483828C49E0}" type="parTrans" cxnId="{DF6A5EDB-511F-4260-A672-ED7F0EDC55DD}">
      <dgm:prSet/>
      <dgm:spPr/>
      <dgm:t>
        <a:bodyPr/>
        <a:lstStyle/>
        <a:p>
          <a:endParaRPr lang="en-US" sz="1400"/>
        </a:p>
      </dgm:t>
    </dgm:pt>
    <dgm:pt modelId="{6F6BA2F9-6EC0-411D-8474-0C106417C042}" type="sibTrans" cxnId="{DF6A5EDB-511F-4260-A672-ED7F0EDC55DD}">
      <dgm:prSet/>
      <dgm:spPr/>
      <dgm:t>
        <a:bodyPr/>
        <a:lstStyle/>
        <a:p>
          <a:endParaRPr lang="en-US" sz="1400"/>
        </a:p>
      </dgm:t>
    </dgm:pt>
    <dgm:pt modelId="{08DBBAD5-8C70-47EF-A41A-C6536017D9CD}">
      <dgm:prSet phldrT="[Text]" custT="1"/>
      <dgm:spPr/>
      <dgm:t>
        <a:bodyPr/>
        <a:lstStyle/>
        <a:p>
          <a:r>
            <a:rPr lang="en-US" sz="1400" dirty="0"/>
            <a:t>Right</a:t>
          </a:r>
        </a:p>
      </dgm:t>
    </dgm:pt>
    <dgm:pt modelId="{E764B0F8-370E-4258-B5D3-B5F5876A705E}" type="parTrans" cxnId="{AA18C531-EFD1-4D50-8F64-9E7A706C0E20}">
      <dgm:prSet/>
      <dgm:spPr/>
      <dgm:t>
        <a:bodyPr/>
        <a:lstStyle/>
        <a:p>
          <a:endParaRPr lang="en-US" sz="1400"/>
        </a:p>
      </dgm:t>
    </dgm:pt>
    <dgm:pt modelId="{DC37E7A8-5520-4731-950D-F0A39CD1ECBB}" type="sibTrans" cxnId="{AA18C531-EFD1-4D50-8F64-9E7A706C0E20}">
      <dgm:prSet/>
      <dgm:spPr/>
      <dgm:t>
        <a:bodyPr/>
        <a:lstStyle/>
        <a:p>
          <a:endParaRPr lang="en-US" sz="1400"/>
        </a:p>
      </dgm:t>
    </dgm:pt>
    <dgm:pt modelId="{76B9CAEE-5D7F-4FBB-B26A-A239AA0F5EF0}">
      <dgm:prSet phldrT="[Text]" custT="1"/>
      <dgm:spPr/>
      <dgm:t>
        <a:bodyPr/>
        <a:lstStyle/>
        <a:p>
          <a:r>
            <a:rPr lang="en-US" sz="1400" dirty="0"/>
            <a:t>PCA</a:t>
          </a:r>
        </a:p>
      </dgm:t>
    </dgm:pt>
    <dgm:pt modelId="{5AE15D45-DA87-4147-B359-3C529AFB89A5}" type="parTrans" cxnId="{7DCF52D2-9860-4CC5-B953-0D9770CA011C}">
      <dgm:prSet/>
      <dgm:spPr/>
      <dgm:t>
        <a:bodyPr/>
        <a:lstStyle/>
        <a:p>
          <a:endParaRPr lang="en-US" sz="1400"/>
        </a:p>
      </dgm:t>
    </dgm:pt>
    <dgm:pt modelId="{EA91225A-B7D2-47E0-A9D3-4509BF60B5C2}" type="sibTrans" cxnId="{7DCF52D2-9860-4CC5-B953-0D9770CA011C}">
      <dgm:prSet/>
      <dgm:spPr/>
      <dgm:t>
        <a:bodyPr/>
        <a:lstStyle/>
        <a:p>
          <a:endParaRPr lang="en-US" sz="1400"/>
        </a:p>
      </dgm:t>
    </dgm:pt>
    <dgm:pt modelId="{97E18FBF-C991-4F3B-85E8-3FACE5202971}">
      <dgm:prSet phldrT="[Text]" custT="1"/>
      <dgm:spPr/>
      <dgm:t>
        <a:bodyPr/>
        <a:lstStyle/>
        <a:p>
          <a:r>
            <a:rPr lang="en-US" sz="1400" dirty="0"/>
            <a:t>Conclusion /Future works</a:t>
          </a:r>
        </a:p>
      </dgm:t>
    </dgm:pt>
    <dgm:pt modelId="{BE50ABEC-03F6-4960-8CE2-9BADF9F0BCB2}" type="parTrans" cxnId="{FBEA504D-0CAB-497C-874B-39621B67B7C2}">
      <dgm:prSet/>
      <dgm:spPr/>
      <dgm:t>
        <a:bodyPr/>
        <a:lstStyle/>
        <a:p>
          <a:endParaRPr lang="en-US" sz="1400"/>
        </a:p>
      </dgm:t>
    </dgm:pt>
    <dgm:pt modelId="{90BA60F7-2D32-448D-99EB-4068B916AD75}" type="sibTrans" cxnId="{FBEA504D-0CAB-497C-874B-39621B67B7C2}">
      <dgm:prSet/>
      <dgm:spPr/>
      <dgm:t>
        <a:bodyPr/>
        <a:lstStyle/>
        <a:p>
          <a:endParaRPr lang="en-US" sz="1400"/>
        </a:p>
      </dgm:t>
    </dgm:pt>
    <dgm:pt modelId="{BA5A939E-40B1-42EE-A303-5E776B1510A3}">
      <dgm:prSet phldrT="[Text]" custT="1"/>
      <dgm:spPr/>
      <dgm:t>
        <a:bodyPr/>
        <a:lstStyle/>
        <a:p>
          <a:r>
            <a:rPr lang="en-US" sz="1400" dirty="0"/>
            <a:t>Abstract</a:t>
          </a:r>
        </a:p>
      </dgm:t>
    </dgm:pt>
    <dgm:pt modelId="{BCDF4A36-A025-4A2C-B5AD-7240878F4328}" type="sibTrans" cxnId="{D9C2CC45-E94A-405A-807A-B21CA1D8ADBC}">
      <dgm:prSet/>
      <dgm:spPr/>
      <dgm:t>
        <a:bodyPr/>
        <a:lstStyle/>
        <a:p>
          <a:endParaRPr lang="en-US" sz="1400"/>
        </a:p>
      </dgm:t>
    </dgm:pt>
    <dgm:pt modelId="{24015C58-55A2-4A63-8982-696EE78FF1BE}" type="parTrans" cxnId="{D9C2CC45-E94A-405A-807A-B21CA1D8ADBC}">
      <dgm:prSet/>
      <dgm:spPr/>
      <dgm:t>
        <a:bodyPr/>
        <a:lstStyle/>
        <a:p>
          <a:endParaRPr lang="en-US" sz="1400"/>
        </a:p>
      </dgm:t>
    </dgm:pt>
    <dgm:pt modelId="{5697F33B-F1C9-42CF-B5F7-94F9A178AF63}">
      <dgm:prSet phldrT="[Text]" custT="1"/>
      <dgm:spPr/>
      <dgm:t>
        <a:bodyPr/>
        <a:lstStyle/>
        <a:p>
          <a:r>
            <a:rPr lang="en-US" sz="1400" dirty="0"/>
            <a:t>Rationale</a:t>
          </a:r>
        </a:p>
      </dgm:t>
    </dgm:pt>
    <dgm:pt modelId="{C3E2ECEF-E21C-4EA6-93C0-A7CAD7CC4742}" type="sibTrans" cxnId="{B215D09D-DB96-49F9-91A6-68557E177C24}">
      <dgm:prSet/>
      <dgm:spPr/>
      <dgm:t>
        <a:bodyPr/>
        <a:lstStyle/>
        <a:p>
          <a:endParaRPr lang="en-US" sz="1400"/>
        </a:p>
      </dgm:t>
    </dgm:pt>
    <dgm:pt modelId="{0C0F9E49-B940-4431-88AA-6ADC01B5894A}" type="parTrans" cxnId="{B215D09D-DB96-49F9-91A6-68557E177C24}">
      <dgm:prSet/>
      <dgm:spPr/>
      <dgm:t>
        <a:bodyPr/>
        <a:lstStyle/>
        <a:p>
          <a:endParaRPr lang="en-US" sz="1400"/>
        </a:p>
      </dgm:t>
    </dgm:pt>
    <dgm:pt modelId="{C16AD01A-D790-4C63-8498-6845D5E30030}">
      <dgm:prSet phldrT="[Text]" custT="1"/>
      <dgm:spPr/>
      <dgm:t>
        <a:bodyPr/>
        <a:lstStyle/>
        <a:p>
          <a:r>
            <a:rPr lang="en-US" sz="1400" dirty="0"/>
            <a:t>Objective</a:t>
          </a:r>
        </a:p>
      </dgm:t>
    </dgm:pt>
    <dgm:pt modelId="{3B6B1B34-9DDA-4E71-9607-D8AE7AEFBB78}" type="sibTrans" cxnId="{3EDCB0F1-06B7-4A62-B57C-313EC3619D7B}">
      <dgm:prSet/>
      <dgm:spPr/>
      <dgm:t>
        <a:bodyPr/>
        <a:lstStyle/>
        <a:p>
          <a:endParaRPr lang="en-US"/>
        </a:p>
      </dgm:t>
    </dgm:pt>
    <dgm:pt modelId="{86356E57-34FF-43DD-B390-1F88C0DF695F}" type="parTrans" cxnId="{3EDCB0F1-06B7-4A62-B57C-313EC3619D7B}">
      <dgm:prSet/>
      <dgm:spPr/>
      <dgm:t>
        <a:bodyPr/>
        <a:lstStyle/>
        <a:p>
          <a:endParaRPr lang="en-US"/>
        </a:p>
      </dgm:t>
    </dgm:pt>
    <dgm:pt modelId="{136046CB-F1A2-4DA5-8C4C-F08DD57A4494}">
      <dgm:prSet phldrT="[Text]" custT="1"/>
      <dgm:spPr/>
      <dgm:t>
        <a:bodyPr/>
        <a:lstStyle/>
        <a:p>
          <a:r>
            <a:rPr lang="en-US" sz="1400" dirty="0"/>
            <a:t>Results</a:t>
          </a:r>
        </a:p>
      </dgm:t>
    </dgm:pt>
    <dgm:pt modelId="{A3D2FCEA-907B-4F98-A44F-26A32D9844C7}" type="parTrans" cxnId="{2EC5A43C-86BD-4D3F-9A8F-3EAC3D793F71}">
      <dgm:prSet/>
      <dgm:spPr/>
      <dgm:t>
        <a:bodyPr/>
        <a:lstStyle/>
        <a:p>
          <a:endParaRPr lang="en-US"/>
        </a:p>
      </dgm:t>
    </dgm:pt>
    <dgm:pt modelId="{07168C54-D847-49B2-B1D0-9BA2E5A2A80D}" type="sibTrans" cxnId="{2EC5A43C-86BD-4D3F-9A8F-3EAC3D793F71}">
      <dgm:prSet/>
      <dgm:spPr/>
      <dgm:t>
        <a:bodyPr/>
        <a:lstStyle/>
        <a:p>
          <a:endParaRPr lang="en-US"/>
        </a:p>
      </dgm:t>
    </dgm:pt>
    <dgm:pt modelId="{0F2BD5DF-0E24-42D5-9B50-E6102B728831}">
      <dgm:prSet phldrT="[Text]" custT="1"/>
      <dgm:spPr/>
      <dgm:t>
        <a:bodyPr/>
        <a:lstStyle/>
        <a:p>
          <a:r>
            <a:rPr lang="en-US" sz="1400" dirty="0"/>
            <a:t>References</a:t>
          </a:r>
        </a:p>
      </dgm:t>
    </dgm:pt>
    <dgm:pt modelId="{48BC851F-D5C7-4551-A64A-7742D2CC8DE0}" type="parTrans" cxnId="{A3EEAC09-A126-4A73-859D-F65ABF7E3064}">
      <dgm:prSet/>
      <dgm:spPr/>
      <dgm:t>
        <a:bodyPr/>
        <a:lstStyle/>
        <a:p>
          <a:endParaRPr lang="en-US"/>
        </a:p>
      </dgm:t>
    </dgm:pt>
    <dgm:pt modelId="{B229818C-7854-47CC-907A-60610A4ECAE5}" type="sibTrans" cxnId="{A3EEAC09-A126-4A73-859D-F65ABF7E3064}">
      <dgm:prSet/>
      <dgm:spPr/>
      <dgm:t>
        <a:bodyPr/>
        <a:lstStyle/>
        <a:p>
          <a:endParaRPr lang="en-US"/>
        </a:p>
      </dgm:t>
    </dgm:pt>
    <dgm:pt modelId="{C5971D33-517B-4BCB-B163-4E8CEB9BE18A}" type="pres">
      <dgm:prSet presAssocID="{17C2CAEB-0369-49A6-9886-2C120403C5CA}" presName="theList" presStyleCnt="0">
        <dgm:presLayoutVars>
          <dgm:dir/>
          <dgm:animLvl val="lvl"/>
          <dgm:resizeHandles val="exact"/>
        </dgm:presLayoutVars>
      </dgm:prSet>
      <dgm:spPr/>
    </dgm:pt>
    <dgm:pt modelId="{C142A0ED-845C-4C38-8EC2-ED36656EE98D}" type="pres">
      <dgm:prSet presAssocID="{5670A6E8-41F2-4149-8A20-4F6FCFBB893E}" presName="compNode" presStyleCnt="0"/>
      <dgm:spPr/>
    </dgm:pt>
    <dgm:pt modelId="{2C99D809-D64A-45DB-91C6-413BB3981887}" type="pres">
      <dgm:prSet presAssocID="{5670A6E8-41F2-4149-8A20-4F6FCFBB893E}" presName="aNode" presStyleLbl="bgShp" presStyleIdx="0" presStyleCnt="3" custLinFactNeighborX="-359" custLinFactNeighborY="274"/>
      <dgm:spPr/>
    </dgm:pt>
    <dgm:pt modelId="{8DA273BD-6883-472C-ABD1-73308A6E296E}" type="pres">
      <dgm:prSet presAssocID="{5670A6E8-41F2-4149-8A20-4F6FCFBB893E}" presName="textNode" presStyleLbl="bgShp" presStyleIdx="0" presStyleCnt="3"/>
      <dgm:spPr/>
    </dgm:pt>
    <dgm:pt modelId="{1DB7EC73-E461-46A2-A670-2D955094DC1C}" type="pres">
      <dgm:prSet presAssocID="{5670A6E8-41F2-4149-8A20-4F6FCFBB893E}" presName="compChildNode" presStyleCnt="0"/>
      <dgm:spPr/>
    </dgm:pt>
    <dgm:pt modelId="{0F51EF8B-AB1F-442C-A49E-F69638C7ECC3}" type="pres">
      <dgm:prSet presAssocID="{5670A6E8-41F2-4149-8A20-4F6FCFBB893E}" presName="theInnerList" presStyleCnt="0"/>
      <dgm:spPr/>
    </dgm:pt>
    <dgm:pt modelId="{696B2A9E-6473-466E-A05E-9E6185D25812}" type="pres">
      <dgm:prSet presAssocID="{BA5A939E-40B1-42EE-A303-5E776B1510A3}" presName="childNode" presStyleLbl="node1" presStyleIdx="0" presStyleCnt="9" custScaleY="2000000" custLinFactY="-1202215" custLinFactNeighborX="-4504" custLinFactNeighborY="-1300000">
        <dgm:presLayoutVars>
          <dgm:bulletEnabled val="1"/>
        </dgm:presLayoutVars>
      </dgm:prSet>
      <dgm:spPr/>
    </dgm:pt>
    <dgm:pt modelId="{C313FDE8-68EE-47FF-B5D2-65601A5FFB67}" type="pres">
      <dgm:prSet presAssocID="{BA5A939E-40B1-42EE-A303-5E776B1510A3}" presName="aSpace2" presStyleCnt="0"/>
      <dgm:spPr/>
    </dgm:pt>
    <dgm:pt modelId="{2EF23C5B-9884-4744-8F05-791E244B7224}" type="pres">
      <dgm:prSet presAssocID="{5697F33B-F1C9-42CF-B5F7-94F9A178AF63}" presName="childNode" presStyleLbl="node1" presStyleIdx="1" presStyleCnt="9" custScaleY="2000000" custLinFactY="-1100000" custLinFactNeighborX="-5348" custLinFactNeighborY="-1131114">
        <dgm:presLayoutVars>
          <dgm:bulletEnabled val="1"/>
        </dgm:presLayoutVars>
      </dgm:prSet>
      <dgm:spPr/>
    </dgm:pt>
    <dgm:pt modelId="{95B98094-05BD-4E59-9E42-025A3596B42D}" type="pres">
      <dgm:prSet presAssocID="{5697F33B-F1C9-42CF-B5F7-94F9A178AF63}" presName="aSpace2" presStyleCnt="0"/>
      <dgm:spPr/>
    </dgm:pt>
    <dgm:pt modelId="{83955738-21F7-43E1-BEB8-70DF83372F0C}" type="pres">
      <dgm:prSet presAssocID="{C16AD01A-D790-4C63-8498-6845D5E30030}" presName="childNode" presStyleLbl="node1" presStyleIdx="2" presStyleCnt="9" custScaleX="101220" custScaleY="2000000" custLinFactY="-600000" custLinFactNeighborX="-5607" custLinFactNeighborY="-673342">
        <dgm:presLayoutVars>
          <dgm:bulletEnabled val="1"/>
        </dgm:presLayoutVars>
      </dgm:prSet>
      <dgm:spPr/>
    </dgm:pt>
    <dgm:pt modelId="{ED2BCF0D-7B45-468C-91AD-52E4EEE63C8E}" type="pres">
      <dgm:prSet presAssocID="{5670A6E8-41F2-4149-8A20-4F6FCFBB893E}" presName="aSpace" presStyleCnt="0"/>
      <dgm:spPr/>
    </dgm:pt>
    <dgm:pt modelId="{BF321E65-C019-4B3A-8E51-F12A0D3F0C35}" type="pres">
      <dgm:prSet presAssocID="{F4D2CD80-DC35-4B73-921B-09062825811B}" presName="compNode" presStyleCnt="0"/>
      <dgm:spPr/>
    </dgm:pt>
    <dgm:pt modelId="{D51CB4DF-BF7E-432F-9E91-5862FB00056F}" type="pres">
      <dgm:prSet presAssocID="{F4D2CD80-DC35-4B73-921B-09062825811B}" presName="aNode" presStyleLbl="bgShp" presStyleIdx="1" presStyleCnt="3" custScaleX="283888" custLinFactNeighborX="995" custLinFactNeighborY="-2376"/>
      <dgm:spPr/>
    </dgm:pt>
    <dgm:pt modelId="{8AE2A781-2D4F-442E-8E30-A36A2880F56C}" type="pres">
      <dgm:prSet presAssocID="{F4D2CD80-DC35-4B73-921B-09062825811B}" presName="textNode" presStyleLbl="bgShp" presStyleIdx="1" presStyleCnt="3"/>
      <dgm:spPr/>
    </dgm:pt>
    <dgm:pt modelId="{4192DF16-0596-4C83-8FFB-4123FBA8CBA3}" type="pres">
      <dgm:prSet presAssocID="{F4D2CD80-DC35-4B73-921B-09062825811B}" presName="compChildNode" presStyleCnt="0"/>
      <dgm:spPr/>
    </dgm:pt>
    <dgm:pt modelId="{13302875-0BA9-4634-A2F0-F09AD2EB270C}" type="pres">
      <dgm:prSet presAssocID="{F4D2CD80-DC35-4B73-921B-09062825811B}" presName="theInnerList" presStyleCnt="0"/>
      <dgm:spPr/>
    </dgm:pt>
    <dgm:pt modelId="{2BE19122-D66D-4BAB-A043-30A4DB4862A8}" type="pres">
      <dgm:prSet presAssocID="{45AF5AE5-245C-491E-A0CD-C127630AFEE5}" presName="childNode" presStyleLbl="node1" presStyleIdx="3" presStyleCnt="9" custScaleX="335869" custScaleY="2000000" custLinFactY="-2100246" custLinFactNeighborX="-5430" custLinFactNeighborY="-2200000">
        <dgm:presLayoutVars>
          <dgm:bulletEnabled val="1"/>
        </dgm:presLayoutVars>
      </dgm:prSet>
      <dgm:spPr/>
    </dgm:pt>
    <dgm:pt modelId="{2A010629-6FDA-48E9-9B77-CDD59A84ECAD}" type="pres">
      <dgm:prSet presAssocID="{45AF5AE5-245C-491E-A0CD-C127630AFEE5}" presName="aSpace2" presStyleCnt="0"/>
      <dgm:spPr/>
    </dgm:pt>
    <dgm:pt modelId="{6CF422CF-AC8B-4086-B9FA-9D723DA63CAA}" type="pres">
      <dgm:prSet presAssocID="{CFB7A3F7-405F-4868-A726-004F94E2C289}" presName="childNode" presStyleLbl="node1" presStyleIdx="4" presStyleCnt="9" custScaleX="338321" custScaleY="2000000" custLinFactY="-1984748" custLinFactNeighborX="-4582" custLinFactNeighborY="-2000000">
        <dgm:presLayoutVars>
          <dgm:bulletEnabled val="1"/>
        </dgm:presLayoutVars>
      </dgm:prSet>
      <dgm:spPr/>
    </dgm:pt>
    <dgm:pt modelId="{1EE25E76-4DC8-48F3-A818-7917B6FD1C87}" type="pres">
      <dgm:prSet presAssocID="{CFB7A3F7-405F-4868-A726-004F94E2C289}" presName="aSpace2" presStyleCnt="0"/>
      <dgm:spPr/>
    </dgm:pt>
    <dgm:pt modelId="{638C71F2-CB9F-4461-8DDF-9D794C9F431A}" type="pres">
      <dgm:prSet presAssocID="{136046CB-F1A2-4DA5-8C4C-F08DD57A4494}" presName="childNode" presStyleLbl="node1" presStyleIdx="5" presStyleCnt="9" custScaleX="340386" custScaleY="2000000" custLinFactY="-678801" custLinFactNeighborX="-2904" custLinFactNeighborY="-700000">
        <dgm:presLayoutVars>
          <dgm:bulletEnabled val="1"/>
        </dgm:presLayoutVars>
      </dgm:prSet>
      <dgm:spPr/>
    </dgm:pt>
    <dgm:pt modelId="{5521477D-A4C5-40B4-A6F2-EDDDF9237551}" type="pres">
      <dgm:prSet presAssocID="{F4D2CD80-DC35-4B73-921B-09062825811B}" presName="aSpace" presStyleCnt="0"/>
      <dgm:spPr/>
    </dgm:pt>
    <dgm:pt modelId="{25DB8493-1745-46C1-A6ED-DB1E2F77C320}" type="pres">
      <dgm:prSet presAssocID="{08DBBAD5-8C70-47EF-A41A-C6536017D9CD}" presName="compNode" presStyleCnt="0"/>
      <dgm:spPr/>
    </dgm:pt>
    <dgm:pt modelId="{CBF1230A-4E05-48F2-A53D-9D0A355B4D64}" type="pres">
      <dgm:prSet presAssocID="{08DBBAD5-8C70-47EF-A41A-C6536017D9CD}" presName="aNode" presStyleLbl="bgShp" presStyleIdx="2" presStyleCnt="3" custLinFactNeighborX="1997" custLinFactNeighborY="-164"/>
      <dgm:spPr/>
    </dgm:pt>
    <dgm:pt modelId="{8B074202-E8E9-49C5-AFEC-20DCC6F8BED0}" type="pres">
      <dgm:prSet presAssocID="{08DBBAD5-8C70-47EF-A41A-C6536017D9CD}" presName="textNode" presStyleLbl="bgShp" presStyleIdx="2" presStyleCnt="3"/>
      <dgm:spPr/>
    </dgm:pt>
    <dgm:pt modelId="{F85997B6-748C-465C-8A3C-E1A85CCBC98D}" type="pres">
      <dgm:prSet presAssocID="{08DBBAD5-8C70-47EF-A41A-C6536017D9CD}" presName="compChildNode" presStyleCnt="0"/>
      <dgm:spPr/>
    </dgm:pt>
    <dgm:pt modelId="{3FCE3212-10E7-40E9-9701-AB29B2102D90}" type="pres">
      <dgm:prSet presAssocID="{08DBBAD5-8C70-47EF-A41A-C6536017D9CD}" presName="theInnerList" presStyleCnt="0"/>
      <dgm:spPr/>
    </dgm:pt>
    <dgm:pt modelId="{F215D44F-EE59-4F16-875C-0847BC8BFF2D}" type="pres">
      <dgm:prSet presAssocID="{76B9CAEE-5D7F-4FBB-B26A-A239AA0F5EF0}" presName="childNode" presStyleLbl="node1" presStyleIdx="6" presStyleCnt="9" custScaleY="2000000" custLinFactY="-1948079" custLinFactNeighborX="-220" custLinFactNeighborY="-2000000">
        <dgm:presLayoutVars>
          <dgm:bulletEnabled val="1"/>
        </dgm:presLayoutVars>
      </dgm:prSet>
      <dgm:spPr/>
    </dgm:pt>
    <dgm:pt modelId="{CFBE71FB-82D3-4A8B-85A6-845FA833B38E}" type="pres">
      <dgm:prSet presAssocID="{76B9CAEE-5D7F-4FBB-B26A-A239AA0F5EF0}" presName="aSpace2" presStyleCnt="0"/>
      <dgm:spPr/>
    </dgm:pt>
    <dgm:pt modelId="{8E6E4666-1206-4731-803C-C46D0892B69C}" type="pres">
      <dgm:prSet presAssocID="{97E18FBF-C991-4F3B-85E8-3FACE5202971}" presName="childNode" presStyleLbl="node1" presStyleIdx="7" presStyleCnt="9" custScaleY="2000000" custLinFactY="-1093120" custLinFactNeighborX="-2078" custLinFactNeighborY="-1100000">
        <dgm:presLayoutVars>
          <dgm:bulletEnabled val="1"/>
        </dgm:presLayoutVars>
      </dgm:prSet>
      <dgm:spPr/>
    </dgm:pt>
    <dgm:pt modelId="{B1F6DFBE-905D-4B8B-8D8C-75E504D03FD0}" type="pres">
      <dgm:prSet presAssocID="{97E18FBF-C991-4F3B-85E8-3FACE5202971}" presName="aSpace2" presStyleCnt="0"/>
      <dgm:spPr/>
    </dgm:pt>
    <dgm:pt modelId="{F81F027D-5301-4F13-8CEC-C5799152DE01}" type="pres">
      <dgm:prSet presAssocID="{0F2BD5DF-0E24-42D5-9B50-E6102B728831}" presName="childNode" presStyleLbl="node1" presStyleIdx="8" presStyleCnt="9" custScaleY="1613890" custLinFactY="-136284" custLinFactNeighborX="519" custLinFactNeighborY="-200000">
        <dgm:presLayoutVars>
          <dgm:bulletEnabled val="1"/>
        </dgm:presLayoutVars>
      </dgm:prSet>
      <dgm:spPr/>
    </dgm:pt>
  </dgm:ptLst>
  <dgm:cxnLst>
    <dgm:cxn modelId="{10658A06-A70A-441A-854F-154C73DA1D13}" type="presOf" srcId="{17C2CAEB-0369-49A6-9886-2C120403C5CA}" destId="{C5971D33-517B-4BCB-B163-4E8CEB9BE18A}" srcOrd="0" destOrd="0" presId="urn:microsoft.com/office/officeart/2005/8/layout/lProcess2"/>
    <dgm:cxn modelId="{A3EEAC09-A126-4A73-859D-F65ABF7E3064}" srcId="{08DBBAD5-8C70-47EF-A41A-C6536017D9CD}" destId="{0F2BD5DF-0E24-42D5-9B50-E6102B728831}" srcOrd="2" destOrd="0" parTransId="{48BC851F-D5C7-4551-A64A-7742D2CC8DE0}" sibTransId="{B229818C-7854-47CC-907A-60610A4ECAE5}"/>
    <dgm:cxn modelId="{67DE7C17-634C-43D4-86C2-05BB1A3C079F}" type="presOf" srcId="{BA5A939E-40B1-42EE-A303-5E776B1510A3}" destId="{696B2A9E-6473-466E-A05E-9E6185D25812}" srcOrd="0" destOrd="0" presId="urn:microsoft.com/office/officeart/2005/8/layout/lProcess2"/>
    <dgm:cxn modelId="{10F5E41E-2B7C-4A01-9300-1B04714999FB}" type="presOf" srcId="{08DBBAD5-8C70-47EF-A41A-C6536017D9CD}" destId="{8B074202-E8E9-49C5-AFEC-20DCC6F8BED0}" srcOrd="1" destOrd="0" presId="urn:microsoft.com/office/officeart/2005/8/layout/lProcess2"/>
    <dgm:cxn modelId="{A4444031-9402-4A05-9D4A-811E412CB45C}" srcId="{F4D2CD80-DC35-4B73-921B-09062825811B}" destId="{45AF5AE5-245C-491E-A0CD-C127630AFEE5}" srcOrd="0" destOrd="0" parTransId="{064EA31C-137D-4B70-8CE5-42C77BFF82A4}" sibTransId="{A3082CF4-0C88-4317-B940-6059E1DE9AB8}"/>
    <dgm:cxn modelId="{AA18C531-EFD1-4D50-8F64-9E7A706C0E20}" srcId="{17C2CAEB-0369-49A6-9886-2C120403C5CA}" destId="{08DBBAD5-8C70-47EF-A41A-C6536017D9CD}" srcOrd="2" destOrd="0" parTransId="{E764B0F8-370E-4258-B5D3-B5F5876A705E}" sibTransId="{DC37E7A8-5520-4731-950D-F0A39CD1ECBB}"/>
    <dgm:cxn modelId="{2EC5A43C-86BD-4D3F-9A8F-3EAC3D793F71}" srcId="{F4D2CD80-DC35-4B73-921B-09062825811B}" destId="{136046CB-F1A2-4DA5-8C4C-F08DD57A4494}" srcOrd="2" destOrd="0" parTransId="{A3D2FCEA-907B-4F98-A44F-26A32D9844C7}" sibTransId="{07168C54-D847-49B2-B1D0-9BA2E5A2A80D}"/>
    <dgm:cxn modelId="{EC1EA864-6108-48C1-A7AC-E6049D698402}" srcId="{17C2CAEB-0369-49A6-9886-2C120403C5CA}" destId="{F4D2CD80-DC35-4B73-921B-09062825811B}" srcOrd="1" destOrd="0" parTransId="{9EC44FB5-F961-4999-963B-02E9020AF876}" sibTransId="{D7A26DCC-ECFD-4B50-91F7-D85E72758CAA}"/>
    <dgm:cxn modelId="{D9C2CC45-E94A-405A-807A-B21CA1D8ADBC}" srcId="{5670A6E8-41F2-4149-8A20-4F6FCFBB893E}" destId="{BA5A939E-40B1-42EE-A303-5E776B1510A3}" srcOrd="0" destOrd="0" parTransId="{24015C58-55A2-4A63-8982-696EE78FF1BE}" sibTransId="{BCDF4A36-A025-4A2C-B5AD-7240878F4328}"/>
    <dgm:cxn modelId="{FBEA504D-0CAB-497C-874B-39621B67B7C2}" srcId="{08DBBAD5-8C70-47EF-A41A-C6536017D9CD}" destId="{97E18FBF-C991-4F3B-85E8-3FACE5202971}" srcOrd="1" destOrd="0" parTransId="{BE50ABEC-03F6-4960-8CE2-9BADF9F0BCB2}" sibTransId="{90BA60F7-2D32-448D-99EB-4068B916AD75}"/>
    <dgm:cxn modelId="{50802C58-1F35-487C-BEB7-7E3F371CCAF8}" type="presOf" srcId="{5670A6E8-41F2-4149-8A20-4F6FCFBB893E}" destId="{8DA273BD-6883-472C-ABD1-73308A6E296E}" srcOrd="1" destOrd="0" presId="urn:microsoft.com/office/officeart/2005/8/layout/lProcess2"/>
    <dgm:cxn modelId="{C2459959-47E0-413B-9942-C882D71F6917}" type="presOf" srcId="{5697F33B-F1C9-42CF-B5F7-94F9A178AF63}" destId="{2EF23C5B-9884-4744-8F05-791E244B7224}" srcOrd="0" destOrd="0" presId="urn:microsoft.com/office/officeart/2005/8/layout/lProcess2"/>
    <dgm:cxn modelId="{7D515085-12DA-4A49-8E83-5D40860A9A52}" type="presOf" srcId="{97E18FBF-C991-4F3B-85E8-3FACE5202971}" destId="{8E6E4666-1206-4731-803C-C46D0892B69C}" srcOrd="0" destOrd="0" presId="urn:microsoft.com/office/officeart/2005/8/layout/lProcess2"/>
    <dgm:cxn modelId="{27D83686-4315-4580-A2CA-A024BDF890EE}" type="presOf" srcId="{F4D2CD80-DC35-4B73-921B-09062825811B}" destId="{8AE2A781-2D4F-442E-8E30-A36A2880F56C}" srcOrd="1" destOrd="0" presId="urn:microsoft.com/office/officeart/2005/8/layout/lProcess2"/>
    <dgm:cxn modelId="{90080D99-7354-4976-8658-6F6C9B6B4DE4}" type="presOf" srcId="{45AF5AE5-245C-491E-A0CD-C127630AFEE5}" destId="{2BE19122-D66D-4BAB-A043-30A4DB4862A8}" srcOrd="0" destOrd="0" presId="urn:microsoft.com/office/officeart/2005/8/layout/lProcess2"/>
    <dgm:cxn modelId="{D452459D-445C-4314-8157-ED51DA23D660}" type="presOf" srcId="{C16AD01A-D790-4C63-8498-6845D5E30030}" destId="{83955738-21F7-43E1-BEB8-70DF83372F0C}" srcOrd="0" destOrd="0" presId="urn:microsoft.com/office/officeart/2005/8/layout/lProcess2"/>
    <dgm:cxn modelId="{B215D09D-DB96-49F9-91A6-68557E177C24}" srcId="{5670A6E8-41F2-4149-8A20-4F6FCFBB893E}" destId="{5697F33B-F1C9-42CF-B5F7-94F9A178AF63}" srcOrd="1" destOrd="0" parTransId="{0C0F9E49-B940-4431-88AA-6ADC01B5894A}" sibTransId="{C3E2ECEF-E21C-4EA6-93C0-A7CAD7CC4742}"/>
    <dgm:cxn modelId="{B2192FAC-F456-4D8A-BCED-1DF67809E757}" type="presOf" srcId="{136046CB-F1A2-4DA5-8C4C-F08DD57A4494}" destId="{638C71F2-CB9F-4461-8DDF-9D794C9F431A}" srcOrd="0" destOrd="0" presId="urn:microsoft.com/office/officeart/2005/8/layout/lProcess2"/>
    <dgm:cxn modelId="{DE5D55B7-5750-4466-AED2-BFE76C56738C}" type="presOf" srcId="{CFB7A3F7-405F-4868-A726-004F94E2C289}" destId="{6CF422CF-AC8B-4086-B9FA-9D723DA63CAA}" srcOrd="0" destOrd="0" presId="urn:microsoft.com/office/officeart/2005/8/layout/lProcess2"/>
    <dgm:cxn modelId="{D9E6C5BE-A7EB-4131-B9AC-A87DFE0FEE63}" srcId="{17C2CAEB-0369-49A6-9886-2C120403C5CA}" destId="{5670A6E8-41F2-4149-8A20-4F6FCFBB893E}" srcOrd="0" destOrd="0" parTransId="{C7E2C22F-5206-4A47-9099-F320C4809282}" sibTransId="{610E8A28-CEA8-46F3-8FBC-28551E867A34}"/>
    <dgm:cxn modelId="{70E8EDC5-FBED-460C-A51E-F934F79F3D84}" type="presOf" srcId="{08DBBAD5-8C70-47EF-A41A-C6536017D9CD}" destId="{CBF1230A-4E05-48F2-A53D-9D0A355B4D64}" srcOrd="0" destOrd="0" presId="urn:microsoft.com/office/officeart/2005/8/layout/lProcess2"/>
    <dgm:cxn modelId="{A3D1C3CD-4B4C-4C5D-99DC-171B5AF10882}" type="presOf" srcId="{F4D2CD80-DC35-4B73-921B-09062825811B}" destId="{D51CB4DF-BF7E-432F-9E91-5862FB00056F}" srcOrd="0" destOrd="0" presId="urn:microsoft.com/office/officeart/2005/8/layout/lProcess2"/>
    <dgm:cxn modelId="{7DCF52D2-9860-4CC5-B953-0D9770CA011C}" srcId="{08DBBAD5-8C70-47EF-A41A-C6536017D9CD}" destId="{76B9CAEE-5D7F-4FBB-B26A-A239AA0F5EF0}" srcOrd="0" destOrd="0" parTransId="{5AE15D45-DA87-4147-B359-3C529AFB89A5}" sibTransId="{EA91225A-B7D2-47E0-A9D3-4509BF60B5C2}"/>
    <dgm:cxn modelId="{DF6A5EDB-511F-4260-A672-ED7F0EDC55DD}" srcId="{F4D2CD80-DC35-4B73-921B-09062825811B}" destId="{CFB7A3F7-405F-4868-A726-004F94E2C289}" srcOrd="1" destOrd="0" parTransId="{61851960-26BB-400F-9CC4-F483828C49E0}" sibTransId="{6F6BA2F9-6EC0-411D-8474-0C106417C042}"/>
    <dgm:cxn modelId="{26573DE4-3ACC-40F4-85AF-5E750B77DF2E}" type="presOf" srcId="{0F2BD5DF-0E24-42D5-9B50-E6102B728831}" destId="{F81F027D-5301-4F13-8CEC-C5799152DE01}" srcOrd="0" destOrd="0" presId="urn:microsoft.com/office/officeart/2005/8/layout/lProcess2"/>
    <dgm:cxn modelId="{EB37DEE8-4497-4C86-94A2-390C0DD6A4F5}" type="presOf" srcId="{76B9CAEE-5D7F-4FBB-B26A-A239AA0F5EF0}" destId="{F215D44F-EE59-4F16-875C-0847BC8BFF2D}" srcOrd="0" destOrd="0" presId="urn:microsoft.com/office/officeart/2005/8/layout/lProcess2"/>
    <dgm:cxn modelId="{3EDCB0F1-06B7-4A62-B57C-313EC3619D7B}" srcId="{5670A6E8-41F2-4149-8A20-4F6FCFBB893E}" destId="{C16AD01A-D790-4C63-8498-6845D5E30030}" srcOrd="2" destOrd="0" parTransId="{86356E57-34FF-43DD-B390-1F88C0DF695F}" sibTransId="{3B6B1B34-9DDA-4E71-9607-D8AE7AEFBB78}"/>
    <dgm:cxn modelId="{DA3A17F3-667D-4B6A-920E-E70D57A8D264}" type="presOf" srcId="{5670A6E8-41F2-4149-8A20-4F6FCFBB893E}" destId="{2C99D809-D64A-45DB-91C6-413BB3981887}" srcOrd="0" destOrd="0" presId="urn:microsoft.com/office/officeart/2005/8/layout/lProcess2"/>
    <dgm:cxn modelId="{72BBFAE0-EC5F-49B3-834B-24B36A46FD3A}" type="presParOf" srcId="{C5971D33-517B-4BCB-B163-4E8CEB9BE18A}" destId="{C142A0ED-845C-4C38-8EC2-ED36656EE98D}" srcOrd="0" destOrd="0" presId="urn:microsoft.com/office/officeart/2005/8/layout/lProcess2"/>
    <dgm:cxn modelId="{3916AC36-8197-416F-B38A-B179687EAB92}" type="presParOf" srcId="{C142A0ED-845C-4C38-8EC2-ED36656EE98D}" destId="{2C99D809-D64A-45DB-91C6-413BB3981887}" srcOrd="0" destOrd="0" presId="urn:microsoft.com/office/officeart/2005/8/layout/lProcess2"/>
    <dgm:cxn modelId="{7D1AF81B-2489-45A2-8EC1-DB3A959D9B6C}" type="presParOf" srcId="{C142A0ED-845C-4C38-8EC2-ED36656EE98D}" destId="{8DA273BD-6883-472C-ABD1-73308A6E296E}" srcOrd="1" destOrd="0" presId="urn:microsoft.com/office/officeart/2005/8/layout/lProcess2"/>
    <dgm:cxn modelId="{6BA06C57-66D8-43F4-BB34-A60D4A169280}" type="presParOf" srcId="{C142A0ED-845C-4C38-8EC2-ED36656EE98D}" destId="{1DB7EC73-E461-46A2-A670-2D955094DC1C}" srcOrd="2" destOrd="0" presId="urn:microsoft.com/office/officeart/2005/8/layout/lProcess2"/>
    <dgm:cxn modelId="{0BD455D2-F822-4DFF-9C5F-37BABBFDA7C4}" type="presParOf" srcId="{1DB7EC73-E461-46A2-A670-2D955094DC1C}" destId="{0F51EF8B-AB1F-442C-A49E-F69638C7ECC3}" srcOrd="0" destOrd="0" presId="urn:microsoft.com/office/officeart/2005/8/layout/lProcess2"/>
    <dgm:cxn modelId="{B6DF5428-5437-4C01-B36B-833EACA332EE}" type="presParOf" srcId="{0F51EF8B-AB1F-442C-A49E-F69638C7ECC3}" destId="{696B2A9E-6473-466E-A05E-9E6185D25812}" srcOrd="0" destOrd="0" presId="urn:microsoft.com/office/officeart/2005/8/layout/lProcess2"/>
    <dgm:cxn modelId="{51FAE731-4FC8-43CF-95DC-61E35FE102A6}" type="presParOf" srcId="{0F51EF8B-AB1F-442C-A49E-F69638C7ECC3}" destId="{C313FDE8-68EE-47FF-B5D2-65601A5FFB67}" srcOrd="1" destOrd="0" presId="urn:microsoft.com/office/officeart/2005/8/layout/lProcess2"/>
    <dgm:cxn modelId="{59872F2D-0B53-4E28-B5BC-AD72142F52B9}" type="presParOf" srcId="{0F51EF8B-AB1F-442C-A49E-F69638C7ECC3}" destId="{2EF23C5B-9884-4744-8F05-791E244B7224}" srcOrd="2" destOrd="0" presId="urn:microsoft.com/office/officeart/2005/8/layout/lProcess2"/>
    <dgm:cxn modelId="{CF337A12-8AAC-4FC2-8A7B-1CB65BAF2105}" type="presParOf" srcId="{0F51EF8B-AB1F-442C-A49E-F69638C7ECC3}" destId="{95B98094-05BD-4E59-9E42-025A3596B42D}" srcOrd="3" destOrd="0" presId="urn:microsoft.com/office/officeart/2005/8/layout/lProcess2"/>
    <dgm:cxn modelId="{E0DDEF2C-DD9A-4A72-80C5-73AE59C5A032}" type="presParOf" srcId="{0F51EF8B-AB1F-442C-A49E-F69638C7ECC3}" destId="{83955738-21F7-43E1-BEB8-70DF83372F0C}" srcOrd="4" destOrd="0" presId="urn:microsoft.com/office/officeart/2005/8/layout/lProcess2"/>
    <dgm:cxn modelId="{E02A6578-4232-479C-A013-547356F8D2DC}" type="presParOf" srcId="{C5971D33-517B-4BCB-B163-4E8CEB9BE18A}" destId="{ED2BCF0D-7B45-468C-91AD-52E4EEE63C8E}" srcOrd="1" destOrd="0" presId="urn:microsoft.com/office/officeart/2005/8/layout/lProcess2"/>
    <dgm:cxn modelId="{1B7AD2DF-8712-41F8-9ADE-9A0E08854163}" type="presParOf" srcId="{C5971D33-517B-4BCB-B163-4E8CEB9BE18A}" destId="{BF321E65-C019-4B3A-8E51-F12A0D3F0C35}" srcOrd="2" destOrd="0" presId="urn:microsoft.com/office/officeart/2005/8/layout/lProcess2"/>
    <dgm:cxn modelId="{8D18A073-E986-4961-B885-19CFDA75C4AF}" type="presParOf" srcId="{BF321E65-C019-4B3A-8E51-F12A0D3F0C35}" destId="{D51CB4DF-BF7E-432F-9E91-5862FB00056F}" srcOrd="0" destOrd="0" presId="urn:microsoft.com/office/officeart/2005/8/layout/lProcess2"/>
    <dgm:cxn modelId="{2A791766-19E5-4AD2-BDA5-9AB4C7DDF63C}" type="presParOf" srcId="{BF321E65-C019-4B3A-8E51-F12A0D3F0C35}" destId="{8AE2A781-2D4F-442E-8E30-A36A2880F56C}" srcOrd="1" destOrd="0" presId="urn:microsoft.com/office/officeart/2005/8/layout/lProcess2"/>
    <dgm:cxn modelId="{231172AA-A07E-4C64-ABB8-418869D5B156}" type="presParOf" srcId="{BF321E65-C019-4B3A-8E51-F12A0D3F0C35}" destId="{4192DF16-0596-4C83-8FFB-4123FBA8CBA3}" srcOrd="2" destOrd="0" presId="urn:microsoft.com/office/officeart/2005/8/layout/lProcess2"/>
    <dgm:cxn modelId="{166FDB23-D64A-4DF2-9C56-543917760EDA}" type="presParOf" srcId="{4192DF16-0596-4C83-8FFB-4123FBA8CBA3}" destId="{13302875-0BA9-4634-A2F0-F09AD2EB270C}" srcOrd="0" destOrd="0" presId="urn:microsoft.com/office/officeart/2005/8/layout/lProcess2"/>
    <dgm:cxn modelId="{A2EBB402-A800-47F5-8479-94892B241F12}" type="presParOf" srcId="{13302875-0BA9-4634-A2F0-F09AD2EB270C}" destId="{2BE19122-D66D-4BAB-A043-30A4DB4862A8}" srcOrd="0" destOrd="0" presId="urn:microsoft.com/office/officeart/2005/8/layout/lProcess2"/>
    <dgm:cxn modelId="{6F29F0C6-2C33-42A8-96F4-E1AB6DAEA5A6}" type="presParOf" srcId="{13302875-0BA9-4634-A2F0-F09AD2EB270C}" destId="{2A010629-6FDA-48E9-9B77-CDD59A84ECAD}" srcOrd="1" destOrd="0" presId="urn:microsoft.com/office/officeart/2005/8/layout/lProcess2"/>
    <dgm:cxn modelId="{5E242A09-6D89-4B54-9927-CAE08F8C2222}" type="presParOf" srcId="{13302875-0BA9-4634-A2F0-F09AD2EB270C}" destId="{6CF422CF-AC8B-4086-B9FA-9D723DA63CAA}" srcOrd="2" destOrd="0" presId="urn:microsoft.com/office/officeart/2005/8/layout/lProcess2"/>
    <dgm:cxn modelId="{66047BFD-4E67-4330-B3E8-B15294E07BA5}" type="presParOf" srcId="{13302875-0BA9-4634-A2F0-F09AD2EB270C}" destId="{1EE25E76-4DC8-48F3-A818-7917B6FD1C87}" srcOrd="3" destOrd="0" presId="urn:microsoft.com/office/officeart/2005/8/layout/lProcess2"/>
    <dgm:cxn modelId="{758E25DA-D834-48BC-B875-5475607E38AA}" type="presParOf" srcId="{13302875-0BA9-4634-A2F0-F09AD2EB270C}" destId="{638C71F2-CB9F-4461-8DDF-9D794C9F431A}" srcOrd="4" destOrd="0" presId="urn:microsoft.com/office/officeart/2005/8/layout/lProcess2"/>
    <dgm:cxn modelId="{0BDE3C7D-B52D-473D-8B48-D4327CE60D29}" type="presParOf" srcId="{C5971D33-517B-4BCB-B163-4E8CEB9BE18A}" destId="{5521477D-A4C5-40B4-A6F2-EDDDF9237551}" srcOrd="3" destOrd="0" presId="urn:microsoft.com/office/officeart/2005/8/layout/lProcess2"/>
    <dgm:cxn modelId="{9B1E0D39-F038-4480-B797-8EB58D6F98D9}" type="presParOf" srcId="{C5971D33-517B-4BCB-B163-4E8CEB9BE18A}" destId="{25DB8493-1745-46C1-A6ED-DB1E2F77C320}" srcOrd="4" destOrd="0" presId="urn:microsoft.com/office/officeart/2005/8/layout/lProcess2"/>
    <dgm:cxn modelId="{1491FBFA-1A1D-4C39-BFC1-C3B309D6BA64}" type="presParOf" srcId="{25DB8493-1745-46C1-A6ED-DB1E2F77C320}" destId="{CBF1230A-4E05-48F2-A53D-9D0A355B4D64}" srcOrd="0" destOrd="0" presId="urn:microsoft.com/office/officeart/2005/8/layout/lProcess2"/>
    <dgm:cxn modelId="{CE95BF4C-060D-41CC-B185-CC3540026806}" type="presParOf" srcId="{25DB8493-1745-46C1-A6ED-DB1E2F77C320}" destId="{8B074202-E8E9-49C5-AFEC-20DCC6F8BED0}" srcOrd="1" destOrd="0" presId="urn:microsoft.com/office/officeart/2005/8/layout/lProcess2"/>
    <dgm:cxn modelId="{A8A45027-69D9-4A3A-B64F-FF949AB05C71}" type="presParOf" srcId="{25DB8493-1745-46C1-A6ED-DB1E2F77C320}" destId="{F85997B6-748C-465C-8A3C-E1A85CCBC98D}" srcOrd="2" destOrd="0" presId="urn:microsoft.com/office/officeart/2005/8/layout/lProcess2"/>
    <dgm:cxn modelId="{05A8AE68-6262-4B6F-84A2-94D6054A7045}" type="presParOf" srcId="{F85997B6-748C-465C-8A3C-E1A85CCBC98D}" destId="{3FCE3212-10E7-40E9-9701-AB29B2102D90}" srcOrd="0" destOrd="0" presId="urn:microsoft.com/office/officeart/2005/8/layout/lProcess2"/>
    <dgm:cxn modelId="{E1365DEE-42E3-4928-9B54-B2D68CB37C86}" type="presParOf" srcId="{3FCE3212-10E7-40E9-9701-AB29B2102D90}" destId="{F215D44F-EE59-4F16-875C-0847BC8BFF2D}" srcOrd="0" destOrd="0" presId="urn:microsoft.com/office/officeart/2005/8/layout/lProcess2"/>
    <dgm:cxn modelId="{B82BBA9E-19E1-4968-9A29-D3372BFACA48}" type="presParOf" srcId="{3FCE3212-10E7-40E9-9701-AB29B2102D90}" destId="{CFBE71FB-82D3-4A8B-85A6-845FA833B38E}" srcOrd="1" destOrd="0" presId="urn:microsoft.com/office/officeart/2005/8/layout/lProcess2"/>
    <dgm:cxn modelId="{8297ECF4-690A-4F36-9178-D3E006CE282E}" type="presParOf" srcId="{3FCE3212-10E7-40E9-9701-AB29B2102D90}" destId="{8E6E4666-1206-4731-803C-C46D0892B69C}" srcOrd="2" destOrd="0" presId="urn:microsoft.com/office/officeart/2005/8/layout/lProcess2"/>
    <dgm:cxn modelId="{F656C4E3-FC86-4719-8521-7893B4BE2651}" type="presParOf" srcId="{3FCE3212-10E7-40E9-9701-AB29B2102D90}" destId="{B1F6DFBE-905D-4B8B-8D8C-75E504D03FD0}" srcOrd="3" destOrd="0" presId="urn:microsoft.com/office/officeart/2005/8/layout/lProcess2"/>
    <dgm:cxn modelId="{C46FD3C1-1467-40EE-B600-F64B8F2862F6}" type="presParOf" srcId="{3FCE3212-10E7-40E9-9701-AB29B2102D90}" destId="{F81F027D-5301-4F13-8CEC-C5799152DE01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9D809-D64A-45DB-91C6-413BB3981887}">
      <dsp:nvSpPr>
        <dsp:cNvPr id="0" name=""/>
        <dsp:cNvSpPr/>
      </dsp:nvSpPr>
      <dsp:spPr>
        <a:xfrm>
          <a:off x="0" y="0"/>
          <a:ext cx="2370445" cy="60132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left</a:t>
          </a:r>
        </a:p>
      </dsp:txBody>
      <dsp:txXfrm>
        <a:off x="0" y="0"/>
        <a:ext cx="2370445" cy="1803980"/>
      </dsp:txXfrm>
    </dsp:sp>
    <dsp:sp modelId="{696B2A9E-6473-466E-A05E-9E6185D25812}">
      <dsp:nvSpPr>
        <dsp:cNvPr id="0" name=""/>
        <dsp:cNvSpPr/>
      </dsp:nvSpPr>
      <dsp:spPr>
        <a:xfrm>
          <a:off x="168829" y="705824"/>
          <a:ext cx="1962463" cy="9721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Abstract</a:t>
          </a:r>
        </a:p>
      </dsp:txBody>
      <dsp:txXfrm>
        <a:off x="197302" y="734297"/>
        <a:ext cx="1905517" cy="915200"/>
      </dsp:txXfrm>
    </dsp:sp>
    <dsp:sp modelId="{EAA27A26-615F-46A4-A3BA-95EC43821776}">
      <dsp:nvSpPr>
        <dsp:cNvPr id="0" name=""/>
        <dsp:cNvSpPr/>
      </dsp:nvSpPr>
      <dsp:spPr>
        <a:xfrm>
          <a:off x="112555" y="419357"/>
          <a:ext cx="2105125" cy="3180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Abstract</a:t>
          </a:r>
        </a:p>
      </dsp:txBody>
      <dsp:txXfrm>
        <a:off x="121869" y="428671"/>
        <a:ext cx="2086497" cy="299385"/>
      </dsp:txXfrm>
    </dsp:sp>
    <dsp:sp modelId="{85EC8B2E-05F9-434D-951B-B7ACA0F47892}">
      <dsp:nvSpPr>
        <dsp:cNvPr id="0" name=""/>
        <dsp:cNvSpPr/>
      </dsp:nvSpPr>
      <dsp:spPr>
        <a:xfrm>
          <a:off x="126607" y="1892656"/>
          <a:ext cx="2105125" cy="3180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Abstract</a:t>
          </a:r>
        </a:p>
      </dsp:txBody>
      <dsp:txXfrm>
        <a:off x="135921" y="1901970"/>
        <a:ext cx="2086497" cy="299385"/>
      </dsp:txXfrm>
    </dsp:sp>
    <dsp:sp modelId="{063901E6-7A75-4FA5-BD49-E8BC8F727751}">
      <dsp:nvSpPr>
        <dsp:cNvPr id="0" name=""/>
        <dsp:cNvSpPr/>
      </dsp:nvSpPr>
      <dsp:spPr>
        <a:xfrm>
          <a:off x="140678" y="3540510"/>
          <a:ext cx="2105125" cy="3180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Abstract</a:t>
          </a:r>
        </a:p>
      </dsp:txBody>
      <dsp:txXfrm>
        <a:off x="149992" y="3549824"/>
        <a:ext cx="2086497" cy="299385"/>
      </dsp:txXfrm>
    </dsp:sp>
    <dsp:sp modelId="{2EF23C5B-9884-4744-8F05-791E244B7224}">
      <dsp:nvSpPr>
        <dsp:cNvPr id="0" name=""/>
        <dsp:cNvSpPr/>
      </dsp:nvSpPr>
      <dsp:spPr>
        <a:xfrm>
          <a:off x="234292" y="2217201"/>
          <a:ext cx="1896356" cy="9721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Rationale</a:t>
          </a:r>
        </a:p>
      </dsp:txBody>
      <dsp:txXfrm>
        <a:off x="262765" y="2245674"/>
        <a:ext cx="1839410" cy="915200"/>
      </dsp:txXfrm>
    </dsp:sp>
    <dsp:sp modelId="{83955738-21F7-43E1-BEB8-70DF83372F0C}">
      <dsp:nvSpPr>
        <dsp:cNvPr id="0" name=""/>
        <dsp:cNvSpPr/>
      </dsp:nvSpPr>
      <dsp:spPr>
        <a:xfrm>
          <a:off x="288148" y="3874387"/>
          <a:ext cx="1919491" cy="9721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Objective</a:t>
          </a:r>
        </a:p>
      </dsp:txBody>
      <dsp:txXfrm>
        <a:off x="316621" y="3902860"/>
        <a:ext cx="1862545" cy="915200"/>
      </dsp:txXfrm>
    </dsp:sp>
    <dsp:sp modelId="{D51CB4DF-BF7E-432F-9E91-5862FB00056F}">
      <dsp:nvSpPr>
        <dsp:cNvPr id="0" name=""/>
        <dsp:cNvSpPr/>
      </dsp:nvSpPr>
      <dsp:spPr>
        <a:xfrm>
          <a:off x="2589400" y="0"/>
          <a:ext cx="6729409" cy="60132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Center</a:t>
          </a:r>
        </a:p>
      </dsp:txBody>
      <dsp:txXfrm>
        <a:off x="2589400" y="0"/>
        <a:ext cx="6729409" cy="1803980"/>
      </dsp:txXfrm>
    </dsp:sp>
    <dsp:sp modelId="{2BE19122-D66D-4BAB-A043-30A4DB4862A8}">
      <dsp:nvSpPr>
        <dsp:cNvPr id="0" name=""/>
        <dsp:cNvSpPr/>
      </dsp:nvSpPr>
      <dsp:spPr>
        <a:xfrm>
          <a:off x="2774489" y="191591"/>
          <a:ext cx="6369272" cy="970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Experimentation &amp; Methodology</a:t>
          </a:r>
        </a:p>
      </dsp:txBody>
      <dsp:txXfrm>
        <a:off x="2802927" y="220029"/>
        <a:ext cx="6312396" cy="914077"/>
      </dsp:txXfrm>
    </dsp:sp>
    <dsp:sp modelId="{6CF422CF-AC8B-4086-B9FA-9D723DA63CAA}">
      <dsp:nvSpPr>
        <dsp:cNvPr id="0" name=""/>
        <dsp:cNvSpPr/>
      </dsp:nvSpPr>
      <dsp:spPr>
        <a:xfrm>
          <a:off x="2734770" y="1378072"/>
          <a:ext cx="6356699" cy="970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Dataset description</a:t>
          </a:r>
        </a:p>
      </dsp:txBody>
      <dsp:txXfrm>
        <a:off x="2763208" y="1406510"/>
        <a:ext cx="6299823" cy="914077"/>
      </dsp:txXfrm>
    </dsp:sp>
    <dsp:sp modelId="{638C71F2-CB9F-4461-8DDF-9D794C9F431A}">
      <dsp:nvSpPr>
        <dsp:cNvPr id="0" name=""/>
        <dsp:cNvSpPr/>
      </dsp:nvSpPr>
      <dsp:spPr>
        <a:xfrm>
          <a:off x="2628612" y="3122755"/>
          <a:ext cx="6454930" cy="970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Results</a:t>
          </a:r>
        </a:p>
      </dsp:txBody>
      <dsp:txXfrm>
        <a:off x="2657050" y="3151193"/>
        <a:ext cx="6398054" cy="914077"/>
      </dsp:txXfrm>
    </dsp:sp>
    <dsp:sp modelId="{08EC7682-D490-4C46-A3D6-5A45F4B4E464}">
      <dsp:nvSpPr>
        <dsp:cNvPr id="0" name=""/>
        <dsp:cNvSpPr/>
      </dsp:nvSpPr>
      <dsp:spPr>
        <a:xfrm>
          <a:off x="2628612" y="4197719"/>
          <a:ext cx="6454930" cy="9709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Results 2</a:t>
          </a:r>
        </a:p>
      </dsp:txBody>
      <dsp:txXfrm>
        <a:off x="2657050" y="4226157"/>
        <a:ext cx="6398054" cy="914077"/>
      </dsp:txXfrm>
    </dsp:sp>
    <dsp:sp modelId="{CBF1230A-4E05-48F2-A53D-9D0A355B4D64}">
      <dsp:nvSpPr>
        <dsp:cNvPr id="0" name=""/>
        <dsp:cNvSpPr/>
      </dsp:nvSpPr>
      <dsp:spPr>
        <a:xfrm>
          <a:off x="9455794" y="0"/>
          <a:ext cx="2370445" cy="601326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Right</a:t>
          </a:r>
        </a:p>
      </dsp:txBody>
      <dsp:txXfrm>
        <a:off x="9455794" y="0"/>
        <a:ext cx="2370445" cy="1803980"/>
      </dsp:txXfrm>
    </dsp:sp>
    <dsp:sp modelId="{F215D44F-EE59-4F16-875C-0847BC8BFF2D}">
      <dsp:nvSpPr>
        <dsp:cNvPr id="0" name=""/>
        <dsp:cNvSpPr/>
      </dsp:nvSpPr>
      <dsp:spPr>
        <a:xfrm>
          <a:off x="9646286" y="498309"/>
          <a:ext cx="1896356" cy="13836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PCA</a:t>
          </a:r>
        </a:p>
      </dsp:txBody>
      <dsp:txXfrm>
        <a:off x="9686812" y="538835"/>
        <a:ext cx="1815304" cy="1302616"/>
      </dsp:txXfrm>
    </dsp:sp>
    <dsp:sp modelId="{8E6E4666-1206-4731-803C-C46D0892B69C}">
      <dsp:nvSpPr>
        <dsp:cNvPr id="0" name=""/>
        <dsp:cNvSpPr/>
      </dsp:nvSpPr>
      <dsp:spPr>
        <a:xfrm>
          <a:off x="9690737" y="2298547"/>
          <a:ext cx="1896356" cy="13836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Conclusion /Future works</a:t>
          </a:r>
        </a:p>
      </dsp:txBody>
      <dsp:txXfrm>
        <a:off x="9731263" y="2339073"/>
        <a:ext cx="1815304" cy="1302616"/>
      </dsp:txXfrm>
    </dsp:sp>
    <dsp:sp modelId="{F81F027D-5301-4F13-8CEC-C5799152DE01}">
      <dsp:nvSpPr>
        <dsp:cNvPr id="0" name=""/>
        <dsp:cNvSpPr/>
      </dsp:nvSpPr>
      <dsp:spPr>
        <a:xfrm>
          <a:off x="9800972" y="4211473"/>
          <a:ext cx="1896356" cy="11165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References</a:t>
          </a:r>
        </a:p>
      </dsp:txBody>
      <dsp:txXfrm>
        <a:off x="9833674" y="4244175"/>
        <a:ext cx="1830952" cy="10511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9D809-D64A-45DB-91C6-413BB3981887}">
      <dsp:nvSpPr>
        <dsp:cNvPr id="0" name=""/>
        <dsp:cNvSpPr/>
      </dsp:nvSpPr>
      <dsp:spPr>
        <a:xfrm>
          <a:off x="0" y="0"/>
          <a:ext cx="2099369" cy="52781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left</a:t>
          </a:r>
        </a:p>
      </dsp:txBody>
      <dsp:txXfrm>
        <a:off x="0" y="0"/>
        <a:ext cx="2099369" cy="1583458"/>
      </dsp:txXfrm>
    </dsp:sp>
    <dsp:sp modelId="{696B2A9E-6473-466E-A05E-9E6185D25812}">
      <dsp:nvSpPr>
        <dsp:cNvPr id="0" name=""/>
        <dsp:cNvSpPr/>
      </dsp:nvSpPr>
      <dsp:spPr>
        <a:xfrm>
          <a:off x="134458" y="161984"/>
          <a:ext cx="1679495" cy="11370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Abstract</a:t>
          </a:r>
        </a:p>
      </dsp:txBody>
      <dsp:txXfrm>
        <a:off x="167761" y="195287"/>
        <a:ext cx="1612889" cy="1070441"/>
      </dsp:txXfrm>
    </dsp:sp>
    <dsp:sp modelId="{2EF23C5B-9884-4744-8F05-791E244B7224}">
      <dsp:nvSpPr>
        <dsp:cNvPr id="0" name=""/>
        <dsp:cNvSpPr/>
      </dsp:nvSpPr>
      <dsp:spPr>
        <a:xfrm>
          <a:off x="120283" y="1461906"/>
          <a:ext cx="1679495" cy="11370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Rationale</a:t>
          </a:r>
        </a:p>
      </dsp:txBody>
      <dsp:txXfrm>
        <a:off x="153586" y="1495209"/>
        <a:ext cx="1612889" cy="1070441"/>
      </dsp:txXfrm>
    </dsp:sp>
    <dsp:sp modelId="{83955738-21F7-43E1-BEB8-70DF83372F0C}">
      <dsp:nvSpPr>
        <dsp:cNvPr id="0" name=""/>
        <dsp:cNvSpPr/>
      </dsp:nvSpPr>
      <dsp:spPr>
        <a:xfrm>
          <a:off x="105688" y="3152216"/>
          <a:ext cx="1699985" cy="11370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Objective</a:t>
          </a:r>
        </a:p>
      </dsp:txBody>
      <dsp:txXfrm>
        <a:off x="138991" y="3185519"/>
        <a:ext cx="1633379" cy="1070441"/>
      </dsp:txXfrm>
    </dsp:sp>
    <dsp:sp modelId="{D51CB4DF-BF7E-432F-9E91-5862FB00056F}">
      <dsp:nvSpPr>
        <dsp:cNvPr id="0" name=""/>
        <dsp:cNvSpPr/>
      </dsp:nvSpPr>
      <dsp:spPr>
        <a:xfrm>
          <a:off x="2277876" y="0"/>
          <a:ext cx="5959857" cy="52781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Center</a:t>
          </a:r>
        </a:p>
      </dsp:txBody>
      <dsp:txXfrm>
        <a:off x="2277876" y="0"/>
        <a:ext cx="5959857" cy="1583458"/>
      </dsp:txXfrm>
    </dsp:sp>
    <dsp:sp modelId="{2BE19122-D66D-4BAB-A043-30A4DB4862A8}">
      <dsp:nvSpPr>
        <dsp:cNvPr id="0" name=""/>
        <dsp:cNvSpPr/>
      </dsp:nvSpPr>
      <dsp:spPr>
        <a:xfrm>
          <a:off x="2325267" y="198090"/>
          <a:ext cx="5640904" cy="11370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Experimentation &amp; Methodology</a:t>
          </a:r>
        </a:p>
      </dsp:txBody>
      <dsp:txXfrm>
        <a:off x="2358570" y="231393"/>
        <a:ext cx="5574298" cy="1070441"/>
      </dsp:txXfrm>
    </dsp:sp>
    <dsp:sp modelId="{6CF422CF-AC8B-4086-B9FA-9D723DA63CAA}">
      <dsp:nvSpPr>
        <dsp:cNvPr id="0" name=""/>
        <dsp:cNvSpPr/>
      </dsp:nvSpPr>
      <dsp:spPr>
        <a:xfrm>
          <a:off x="2318918" y="1427040"/>
          <a:ext cx="5682085" cy="11370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Dataset description</a:t>
          </a:r>
        </a:p>
      </dsp:txBody>
      <dsp:txXfrm>
        <a:off x="2352221" y="1460343"/>
        <a:ext cx="5615479" cy="1070441"/>
      </dsp:txXfrm>
    </dsp:sp>
    <dsp:sp modelId="{638C71F2-CB9F-4461-8DDF-9D794C9F431A}">
      <dsp:nvSpPr>
        <dsp:cNvPr id="0" name=""/>
        <dsp:cNvSpPr/>
      </dsp:nvSpPr>
      <dsp:spPr>
        <a:xfrm>
          <a:off x="2329759" y="3429001"/>
          <a:ext cx="5716766" cy="113704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Results</a:t>
          </a:r>
        </a:p>
      </dsp:txBody>
      <dsp:txXfrm>
        <a:off x="2363062" y="3462304"/>
        <a:ext cx="5650160" cy="1070441"/>
      </dsp:txXfrm>
    </dsp:sp>
    <dsp:sp modelId="{CBF1230A-4E05-48F2-A53D-9D0A355B4D64}">
      <dsp:nvSpPr>
        <dsp:cNvPr id="0" name=""/>
        <dsp:cNvSpPr/>
      </dsp:nvSpPr>
      <dsp:spPr>
        <a:xfrm>
          <a:off x="8374462" y="0"/>
          <a:ext cx="2099369" cy="527819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Right</a:t>
          </a:r>
        </a:p>
      </dsp:txBody>
      <dsp:txXfrm>
        <a:off x="8374462" y="0"/>
        <a:ext cx="2099369" cy="1583458"/>
      </dsp:txXfrm>
    </dsp:sp>
    <dsp:sp modelId="{F215D44F-EE59-4F16-875C-0847BC8BFF2D}">
      <dsp:nvSpPr>
        <dsp:cNvPr id="0" name=""/>
        <dsp:cNvSpPr/>
      </dsp:nvSpPr>
      <dsp:spPr>
        <a:xfrm>
          <a:off x="8580539" y="215128"/>
          <a:ext cx="1679495" cy="1214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PCA</a:t>
          </a:r>
        </a:p>
      </dsp:txBody>
      <dsp:txXfrm>
        <a:off x="8616111" y="250700"/>
        <a:ext cx="1608351" cy="1143381"/>
      </dsp:txXfrm>
    </dsp:sp>
    <dsp:sp modelId="{8E6E4666-1206-4731-803C-C46D0892B69C}">
      <dsp:nvSpPr>
        <dsp:cNvPr id="0" name=""/>
        <dsp:cNvSpPr/>
      </dsp:nvSpPr>
      <dsp:spPr>
        <a:xfrm>
          <a:off x="8549334" y="2042264"/>
          <a:ext cx="1679495" cy="12145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Conclusion /Future works</a:t>
          </a:r>
        </a:p>
      </dsp:txBody>
      <dsp:txXfrm>
        <a:off x="8584906" y="2077836"/>
        <a:ext cx="1608351" cy="1143381"/>
      </dsp:txXfrm>
    </dsp:sp>
    <dsp:sp modelId="{F81F027D-5301-4F13-8CEC-C5799152DE01}">
      <dsp:nvSpPr>
        <dsp:cNvPr id="0" name=""/>
        <dsp:cNvSpPr/>
      </dsp:nvSpPr>
      <dsp:spPr>
        <a:xfrm>
          <a:off x="8592950" y="3931266"/>
          <a:ext cx="1679495" cy="9800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References</a:t>
          </a:r>
        </a:p>
      </dsp:txBody>
      <dsp:txXfrm>
        <a:off x="8621655" y="3959971"/>
        <a:ext cx="1622085" cy="9226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B1ECF0-10D5-4D2D-8740-5CD565D3E7AA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B0CFC3-8D62-46BC-BFBC-4E4CE4CFA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13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42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12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83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54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4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5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6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59B13-AD5A-23B0-99F9-F64DD336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ADD17-CB7F-A457-48D7-A211C035F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469D5-AF3D-E240-1584-77AB942AC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761EE-69DD-9BE0-AF4C-66C222421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3B0CFC3-8D62-46BC-BFBC-4E4CE4CFA6E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34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4840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B0CFC3-8D62-46BC-BFBC-4E4CE4CFA6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49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147EA-9020-A8D9-BE96-31FC2F43A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91C64-86F6-52E9-E84D-805C1DFFF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4B39A-0150-A1A9-4D72-9CDE8C406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B094-D3C6-4C18-9653-2B20A423E588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700A8-9B6E-99CA-1D21-DDF7539F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DC39D-6A36-3E74-8A86-3711BF72A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5A7-F5C4-43F8-B6EE-AC11DC26C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02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024F7-4B0C-3792-6A36-53C5A423F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E4427-031D-C057-01E8-C2CCC2B5C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43925-CFBE-C534-4B88-9FEBE675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B094-D3C6-4C18-9653-2B20A423E588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4FEFA-F30C-EFE7-B62B-C14E76E5F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FBD14-A0BC-1A25-030E-6044B6D0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5A7-F5C4-43F8-B6EE-AC11DC26C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3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D40B-9392-DC20-9893-305AD61D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15569-9DA1-9EB0-EC19-41BAB3443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5B1A8-FDE3-B3F1-E98D-C042BC5CE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B094-D3C6-4C18-9653-2B20A423E588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15F43-FA3F-87AA-55D5-4E824DD67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8FCA3-4C7A-9E10-2E05-40B60DEB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5A7-F5C4-43F8-B6EE-AC11DC26C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41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0979-AD8A-A396-55B8-2FF431AA2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2AAB1-DFEF-0231-F3B9-FFA4201FD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A7781-FCBD-C4A8-6067-E0AC9C86C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4C759-6794-7879-03BA-A150E0324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B094-D3C6-4C18-9653-2B20A423E588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75DE3-2221-0E2B-1D87-5160EA6A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7014D-66AA-2D33-3613-D92557F9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5A7-F5C4-43F8-B6EE-AC11DC26C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75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0D7A5-E5FE-67D6-8FAE-4F81B9175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30E51-0FFD-EDF8-5E04-0E400DB8A3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A7485-A75F-7CAA-B19C-5A116A828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DEE78D-8800-18F7-8A82-E44AF15A10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66B338-28BC-2B0D-F191-E97534AA3B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03D379-2C15-B99B-2469-D861A706D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B094-D3C6-4C18-9653-2B20A423E588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EBD5B9-967D-CC63-1281-4830B6015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E26CD4-7199-6108-36CD-92813A8B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5A7-F5C4-43F8-B6EE-AC11DC26C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32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D9CE-B703-08D7-6544-A39907E4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013489-1B80-5030-206D-7C9D0FEFF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B094-D3C6-4C18-9653-2B20A423E588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531ED-6582-567B-93F5-E484E5FF0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53775-6277-79CB-F74D-F9A9051E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5A7-F5C4-43F8-B6EE-AC11DC26C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1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52BF8D-1A0D-F0E9-E50E-B7E26BF52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B094-D3C6-4C18-9653-2B20A423E588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7118D-31A6-A441-9556-9C95EDDBB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C11CA-49AB-FA6B-813F-4B2751201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5A7-F5C4-43F8-B6EE-AC11DC26C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311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FDFAA-43BB-7E71-CCA8-7AFE8A371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793DC-8CCD-9335-8AD4-7558FD0EF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C9981-33B7-8379-19E1-E5D6D9C0C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8AC3C-8ADB-64B5-7B94-3CCF61C60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B094-D3C6-4C18-9653-2B20A423E588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6CA68-6A73-3CA5-ACEE-579B701A6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7E344-22FC-D473-80A8-6CB4FBF2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5A7-F5C4-43F8-B6EE-AC11DC26C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4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927D-32EF-AF83-DF66-7F42F160F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15FB9-648A-CA0D-9BC6-40159CC88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B6543-8A09-0FC6-B018-795A328D4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B045C-566C-38E7-5481-F27AD661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B094-D3C6-4C18-9653-2B20A423E588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D9F45-6898-9EE2-549D-D69F954C0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7C774-F7F6-961E-E08B-148AD95D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5A7-F5C4-43F8-B6EE-AC11DC26C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6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6730-B34A-65F8-992D-5CC070FB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2CEEA-EE64-356D-6702-C970772E5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9011E-9F88-DE14-2CD9-927EF38A9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B094-D3C6-4C18-9653-2B20A423E588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18237-34A8-940B-5950-3947DD945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D49B6-4950-DDC0-AACB-AB3952997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5A7-F5C4-43F8-B6EE-AC11DC26C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4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725888-2FBB-3565-B2CA-240978DD35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A47BB-4EBD-5867-8105-6E5D6FE16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B7D35-5F79-75B6-4322-57AEB508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B094-D3C6-4C18-9653-2B20A423E588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B8395-CEBC-7602-A101-DDEAB172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F4763-9084-5AD9-4F72-1B4234DA8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365A7-F5C4-43F8-B6EE-AC11DC26C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9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BC4CBE-C091-6EE6-5F3A-7E1A8F358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50038-C4AD-A31F-2F69-D46BBAB6E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BB0BD-0CB4-B17A-8F93-5527B7C02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DB094-D3C6-4C18-9653-2B20A423E588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03224-7259-79DF-6BA4-D196DC44F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B7B33-AC99-5026-2C26-28BF9E521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365A7-F5C4-43F8-B6EE-AC11DC26C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69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62632CB-1CD2-F80A-4395-EA5E93E16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426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tx2">
                <a:lumMod val="75000"/>
                <a:lumOff val="2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A9C4C-0B45-3E7D-8C81-9144DADB7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C613-3079-93A9-5A6D-39DDCE14C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4731"/>
          </a:xfrm>
          <a:solidFill>
            <a:schemeClr val="accent1">
              <a:hueOff val="0"/>
              <a:satOff val="0"/>
              <a:lumOff val="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endParaRPr lang="en-US" sz="1200" b="1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7CED975E-AF90-E2B9-9448-45C3D6FB1E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9200802"/>
              </p:ext>
            </p:extLst>
          </p:nvPr>
        </p:nvGraphicFramePr>
        <p:xfrm>
          <a:off x="0" y="844731"/>
          <a:ext cx="11826240" cy="6013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0798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A1781-A8F8-D799-0628-57D7E5A4B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1162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1200" b="1" dirty="0"/>
              <a:t>Analyzing different machine learning algorithm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61E86-07CE-4A93-0D12-A87B28228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7429" y="855408"/>
            <a:ext cx="4876803" cy="532155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dirty="0"/>
              <a:t>This is center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96D7C7-996D-1CA5-6E73-BCAD527B5FD9}"/>
              </a:ext>
            </a:extLst>
          </p:cNvPr>
          <p:cNvSpPr txBox="1">
            <a:spLocks/>
          </p:cNvSpPr>
          <p:nvPr/>
        </p:nvSpPr>
        <p:spPr>
          <a:xfrm>
            <a:off x="8544233" y="850492"/>
            <a:ext cx="2816940" cy="53215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is Right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F3BBAC-8F39-B127-26E2-05FF4046D97B}"/>
              </a:ext>
            </a:extLst>
          </p:cNvPr>
          <p:cNvSpPr txBox="1">
            <a:spLocks/>
          </p:cNvSpPr>
          <p:nvPr/>
        </p:nvSpPr>
        <p:spPr>
          <a:xfrm>
            <a:off x="879968" y="855412"/>
            <a:ext cx="2787461" cy="53215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is Left </a:t>
            </a: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105A3D57-B6F3-61E0-4BAC-53AD2E325B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3513914"/>
              </p:ext>
            </p:extLst>
          </p:nvPr>
        </p:nvGraphicFramePr>
        <p:xfrm>
          <a:off x="838200" y="836021"/>
          <a:ext cx="10473832" cy="52781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0715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238</TotalTime>
  <Words>58</Words>
  <Application>Microsoft Office PowerPoint</Application>
  <PresentationFormat>Widescreen</PresentationFormat>
  <Paragraphs>34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Analyzing different machine learning algorithm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swayambhu chatterjee</dc:creator>
  <cp:lastModifiedBy>swayambhu chatterjee</cp:lastModifiedBy>
  <cp:revision>1</cp:revision>
  <dcterms:created xsi:type="dcterms:W3CDTF">2025-03-04T00:45:15Z</dcterms:created>
  <dcterms:modified xsi:type="dcterms:W3CDTF">2025-03-04T04:43:49Z</dcterms:modified>
</cp:coreProperties>
</file>